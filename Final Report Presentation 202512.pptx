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7" r:id="rId5"/>
    <p:sldId id="270" r:id="rId6"/>
    <p:sldId id="271" r:id="rId7"/>
    <p:sldId id="262" r:id="rId8"/>
    <p:sldId id="272" r:id="rId9"/>
    <p:sldId id="290" r:id="rId10"/>
    <p:sldId id="273" r:id="rId11"/>
    <p:sldId id="264" r:id="rId12"/>
    <p:sldId id="274" r:id="rId13"/>
    <p:sldId id="275" r:id="rId14"/>
    <p:sldId id="277" r:id="rId15"/>
    <p:sldId id="276" r:id="rId16"/>
    <p:sldId id="284" r:id="rId17"/>
    <p:sldId id="285" r:id="rId18"/>
    <p:sldId id="286" r:id="rId19"/>
    <p:sldId id="287" r:id="rId20"/>
    <p:sldId id="288" r:id="rId21"/>
    <p:sldId id="289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20"/>
    <p:restoredTop sz="94716"/>
  </p:normalViewPr>
  <p:slideViewPr>
    <p:cSldViewPr snapToGrid="0">
      <p:cViewPr>
        <p:scale>
          <a:sx n="100" d="100"/>
          <a:sy n="100" d="100"/>
        </p:scale>
        <p:origin x="88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DD0396-1789-4A19-BB86-79714C9B2CF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D4D4C093-C1E3-41E4-83B4-E69B08C876D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Ayush Kumar</a:t>
          </a:r>
        </a:p>
      </dgm:t>
    </dgm:pt>
    <dgm:pt modelId="{4F3CCCB3-9A5E-4FD4-9E4F-C5913E69B593}" type="parTrans" cxnId="{E6CBA79F-073B-492B-885D-3B11E58B88A3}">
      <dgm:prSet/>
      <dgm:spPr/>
      <dgm:t>
        <a:bodyPr/>
        <a:lstStyle/>
        <a:p>
          <a:endParaRPr lang="en-US"/>
        </a:p>
      </dgm:t>
    </dgm:pt>
    <dgm:pt modelId="{2B172CF9-E2E5-43AA-8EB8-AA60BE9C364D}" type="sibTrans" cxnId="{E6CBA79F-073B-492B-885D-3B11E58B88A3}">
      <dgm:prSet/>
      <dgm:spPr/>
      <dgm:t>
        <a:bodyPr/>
        <a:lstStyle/>
        <a:p>
          <a:endParaRPr lang="en-US"/>
        </a:p>
      </dgm:t>
    </dgm:pt>
    <dgm:pt modelId="{5C09535D-D42F-4DD5-8F8B-B0FD646B45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LJMU MS in Data Science</a:t>
          </a:r>
        </a:p>
      </dgm:t>
    </dgm:pt>
    <dgm:pt modelId="{E49B66B5-278B-45F9-BB20-F42B8B05B3F4}" type="parTrans" cxnId="{235A194E-E4C6-4346-9700-5A839828ACBC}">
      <dgm:prSet/>
      <dgm:spPr/>
      <dgm:t>
        <a:bodyPr/>
        <a:lstStyle/>
        <a:p>
          <a:endParaRPr lang="en-US"/>
        </a:p>
      </dgm:t>
    </dgm:pt>
    <dgm:pt modelId="{19127AC2-F24B-4898-B93B-13FF56F8B97F}" type="sibTrans" cxnId="{235A194E-E4C6-4346-9700-5A839828ACBC}">
      <dgm:prSet/>
      <dgm:spPr/>
      <dgm:t>
        <a:bodyPr/>
        <a:lstStyle/>
        <a:p>
          <a:endParaRPr lang="en-US"/>
        </a:p>
      </dgm:t>
    </dgm:pt>
    <dgm:pt modelId="{A593A4B3-4F33-4A1F-B1CB-58110226DBBB}" type="pres">
      <dgm:prSet presAssocID="{E8DD0396-1789-4A19-BB86-79714C9B2CF1}" presName="root" presStyleCnt="0">
        <dgm:presLayoutVars>
          <dgm:dir/>
          <dgm:resizeHandles val="exact"/>
        </dgm:presLayoutVars>
      </dgm:prSet>
      <dgm:spPr/>
    </dgm:pt>
    <dgm:pt modelId="{48128A77-2C62-43A7-810E-70365EDE6990}" type="pres">
      <dgm:prSet presAssocID="{D4D4C093-C1E3-41E4-83B4-E69B08C876D0}" presName="compNode" presStyleCnt="0"/>
      <dgm:spPr/>
    </dgm:pt>
    <dgm:pt modelId="{55706A76-4BE3-4036-9FA5-7726D8927927}" type="pres">
      <dgm:prSet presAssocID="{D4D4C093-C1E3-41E4-83B4-E69B08C876D0}" presName="iconBgRect" presStyleLbl="bgShp" presStyleIdx="0" presStyleCnt="2"/>
      <dgm:spPr/>
    </dgm:pt>
    <dgm:pt modelId="{47ED5961-7192-4196-8FBB-21CD5013D7A8}" type="pres">
      <dgm:prSet presAssocID="{D4D4C093-C1E3-41E4-83B4-E69B08C876D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3B6FE84-EB67-49BC-A283-51787CA253D4}" type="pres">
      <dgm:prSet presAssocID="{D4D4C093-C1E3-41E4-83B4-E69B08C876D0}" presName="spaceRect" presStyleCnt="0"/>
      <dgm:spPr/>
    </dgm:pt>
    <dgm:pt modelId="{A890AB05-2482-46E5-8257-D3CEF39F25D3}" type="pres">
      <dgm:prSet presAssocID="{D4D4C093-C1E3-41E4-83B4-E69B08C876D0}" presName="textRect" presStyleLbl="revTx" presStyleIdx="0" presStyleCnt="2">
        <dgm:presLayoutVars>
          <dgm:chMax val="1"/>
          <dgm:chPref val="1"/>
        </dgm:presLayoutVars>
      </dgm:prSet>
      <dgm:spPr/>
    </dgm:pt>
    <dgm:pt modelId="{7C32386F-5658-4384-B34C-E244B96E48D6}" type="pres">
      <dgm:prSet presAssocID="{2B172CF9-E2E5-43AA-8EB8-AA60BE9C364D}" presName="sibTrans" presStyleCnt="0"/>
      <dgm:spPr/>
    </dgm:pt>
    <dgm:pt modelId="{943701B3-4329-43CD-BA5E-ED8A461DFD76}" type="pres">
      <dgm:prSet presAssocID="{5C09535D-D42F-4DD5-8F8B-B0FD646B4517}" presName="compNode" presStyleCnt="0"/>
      <dgm:spPr/>
    </dgm:pt>
    <dgm:pt modelId="{9831108B-5FF5-41D2-B668-E095E720A8C7}" type="pres">
      <dgm:prSet presAssocID="{5C09535D-D42F-4DD5-8F8B-B0FD646B4517}" presName="iconBgRect" presStyleLbl="bgShp" presStyleIdx="1" presStyleCnt="2"/>
      <dgm:spPr/>
    </dgm:pt>
    <dgm:pt modelId="{0FE6E7A2-1298-4FD5-8D16-273A1681D1C0}" type="pres">
      <dgm:prSet presAssocID="{5C09535D-D42F-4DD5-8F8B-B0FD646B451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A821F1F-C5CA-4968-AFA5-83B24A3C8969}" type="pres">
      <dgm:prSet presAssocID="{5C09535D-D42F-4DD5-8F8B-B0FD646B4517}" presName="spaceRect" presStyleCnt="0"/>
      <dgm:spPr/>
    </dgm:pt>
    <dgm:pt modelId="{A5B84025-8892-42EE-BA59-234992D46515}" type="pres">
      <dgm:prSet presAssocID="{5C09535D-D42F-4DD5-8F8B-B0FD646B451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4F73E38-01BC-4736-8D20-92B78D1DD057}" type="presOf" srcId="{E8DD0396-1789-4A19-BB86-79714C9B2CF1}" destId="{A593A4B3-4F33-4A1F-B1CB-58110226DBBB}" srcOrd="0" destOrd="0" presId="urn:microsoft.com/office/officeart/2018/5/layout/IconCircleLabelList"/>
    <dgm:cxn modelId="{235A194E-E4C6-4346-9700-5A839828ACBC}" srcId="{E8DD0396-1789-4A19-BB86-79714C9B2CF1}" destId="{5C09535D-D42F-4DD5-8F8B-B0FD646B4517}" srcOrd="1" destOrd="0" parTransId="{E49B66B5-278B-45F9-BB20-F42B8B05B3F4}" sibTransId="{19127AC2-F24B-4898-B93B-13FF56F8B97F}"/>
    <dgm:cxn modelId="{91354A62-EE70-4C5B-8BB7-79E139EEAD61}" type="presOf" srcId="{5C09535D-D42F-4DD5-8F8B-B0FD646B4517}" destId="{A5B84025-8892-42EE-BA59-234992D46515}" srcOrd="0" destOrd="0" presId="urn:microsoft.com/office/officeart/2018/5/layout/IconCircleLabelList"/>
    <dgm:cxn modelId="{E6CBA79F-073B-492B-885D-3B11E58B88A3}" srcId="{E8DD0396-1789-4A19-BB86-79714C9B2CF1}" destId="{D4D4C093-C1E3-41E4-83B4-E69B08C876D0}" srcOrd="0" destOrd="0" parTransId="{4F3CCCB3-9A5E-4FD4-9E4F-C5913E69B593}" sibTransId="{2B172CF9-E2E5-43AA-8EB8-AA60BE9C364D}"/>
    <dgm:cxn modelId="{EBD831A6-1EE0-4EBA-93C1-59AA30D23DB2}" type="presOf" srcId="{D4D4C093-C1E3-41E4-83B4-E69B08C876D0}" destId="{A890AB05-2482-46E5-8257-D3CEF39F25D3}" srcOrd="0" destOrd="0" presId="urn:microsoft.com/office/officeart/2018/5/layout/IconCircleLabelList"/>
    <dgm:cxn modelId="{6EA41A2D-AF2D-440A-8318-15097D06A486}" type="presParOf" srcId="{A593A4B3-4F33-4A1F-B1CB-58110226DBBB}" destId="{48128A77-2C62-43A7-810E-70365EDE6990}" srcOrd="0" destOrd="0" presId="urn:microsoft.com/office/officeart/2018/5/layout/IconCircleLabelList"/>
    <dgm:cxn modelId="{C20C7988-2495-47FB-8D43-B4A2ADB11E76}" type="presParOf" srcId="{48128A77-2C62-43A7-810E-70365EDE6990}" destId="{55706A76-4BE3-4036-9FA5-7726D8927927}" srcOrd="0" destOrd="0" presId="urn:microsoft.com/office/officeart/2018/5/layout/IconCircleLabelList"/>
    <dgm:cxn modelId="{71147AE1-35E5-42C8-8E27-704A2617A372}" type="presParOf" srcId="{48128A77-2C62-43A7-810E-70365EDE6990}" destId="{47ED5961-7192-4196-8FBB-21CD5013D7A8}" srcOrd="1" destOrd="0" presId="urn:microsoft.com/office/officeart/2018/5/layout/IconCircleLabelList"/>
    <dgm:cxn modelId="{D7BB57FE-3CA2-42B3-9538-E96E7701EAEC}" type="presParOf" srcId="{48128A77-2C62-43A7-810E-70365EDE6990}" destId="{F3B6FE84-EB67-49BC-A283-51787CA253D4}" srcOrd="2" destOrd="0" presId="urn:microsoft.com/office/officeart/2018/5/layout/IconCircleLabelList"/>
    <dgm:cxn modelId="{54423DCF-2B27-497C-8DCE-854653EE1F15}" type="presParOf" srcId="{48128A77-2C62-43A7-810E-70365EDE6990}" destId="{A890AB05-2482-46E5-8257-D3CEF39F25D3}" srcOrd="3" destOrd="0" presId="urn:microsoft.com/office/officeart/2018/5/layout/IconCircleLabelList"/>
    <dgm:cxn modelId="{D59457E9-9023-4D61-981A-974E6953244B}" type="presParOf" srcId="{A593A4B3-4F33-4A1F-B1CB-58110226DBBB}" destId="{7C32386F-5658-4384-B34C-E244B96E48D6}" srcOrd="1" destOrd="0" presId="urn:microsoft.com/office/officeart/2018/5/layout/IconCircleLabelList"/>
    <dgm:cxn modelId="{0895CAF6-F6B0-497C-9C72-BAA8D1254E12}" type="presParOf" srcId="{A593A4B3-4F33-4A1F-B1CB-58110226DBBB}" destId="{943701B3-4329-43CD-BA5E-ED8A461DFD76}" srcOrd="2" destOrd="0" presId="urn:microsoft.com/office/officeart/2018/5/layout/IconCircleLabelList"/>
    <dgm:cxn modelId="{49F01F79-F6C8-4197-A52F-44549739DA54}" type="presParOf" srcId="{943701B3-4329-43CD-BA5E-ED8A461DFD76}" destId="{9831108B-5FF5-41D2-B668-E095E720A8C7}" srcOrd="0" destOrd="0" presId="urn:microsoft.com/office/officeart/2018/5/layout/IconCircleLabelList"/>
    <dgm:cxn modelId="{C7B47163-E551-47A6-8FDB-49D35022A1A9}" type="presParOf" srcId="{943701B3-4329-43CD-BA5E-ED8A461DFD76}" destId="{0FE6E7A2-1298-4FD5-8D16-273A1681D1C0}" srcOrd="1" destOrd="0" presId="urn:microsoft.com/office/officeart/2018/5/layout/IconCircleLabelList"/>
    <dgm:cxn modelId="{3DF01D7B-2C49-4E4A-BDBE-C58DFB25E584}" type="presParOf" srcId="{943701B3-4329-43CD-BA5E-ED8A461DFD76}" destId="{8A821F1F-C5CA-4968-AFA5-83B24A3C8969}" srcOrd="2" destOrd="0" presId="urn:microsoft.com/office/officeart/2018/5/layout/IconCircleLabelList"/>
    <dgm:cxn modelId="{5D3AD65B-FA28-4847-90A4-EAF3186E3E0A}" type="presParOf" srcId="{943701B3-4329-43CD-BA5E-ED8A461DFD76}" destId="{A5B84025-8892-42EE-BA59-234992D465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Content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r>
            <a:rPr lang="en-US" dirty="0"/>
            <a:t>Introduction &amp; Background</a:t>
          </a:r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8012B219-E016-4B83-ACC9-5C6C364A4796}">
      <dgm:prSet/>
      <dgm:spPr/>
      <dgm:t>
        <a:bodyPr/>
        <a:lstStyle/>
        <a:p>
          <a:r>
            <a:rPr lang="en-US" dirty="0"/>
            <a:t>Literature Review</a:t>
          </a:r>
        </a:p>
      </dgm:t>
    </dgm:pt>
    <dgm:pt modelId="{06686B89-B572-444E-9CAF-97327D0C0CAE}" type="parTrans" cxnId="{E3858F7E-0146-49B9-AF41-29D341C2B41A}">
      <dgm:prSet/>
      <dgm:spPr/>
      <dgm:t>
        <a:bodyPr/>
        <a:lstStyle/>
        <a:p>
          <a:endParaRPr lang="en-US"/>
        </a:p>
      </dgm:t>
    </dgm:pt>
    <dgm:pt modelId="{901D9B9A-8B01-4C1D-934B-5DF3F5790CF9}" type="sibTrans" cxnId="{E3858F7E-0146-49B9-AF41-29D341C2B41A}">
      <dgm:prSet/>
      <dgm:spPr/>
      <dgm:t>
        <a:bodyPr/>
        <a:lstStyle/>
        <a:p>
          <a:endParaRPr lang="en-US"/>
        </a:p>
      </dgm:t>
    </dgm:pt>
    <dgm:pt modelId="{B6A3376D-DC78-4524-83C9-EAB6A050D5A9}">
      <dgm:prSet/>
      <dgm:spPr/>
      <dgm:t>
        <a:bodyPr/>
        <a:lstStyle/>
        <a:p>
          <a:r>
            <a:rPr lang="en-US" dirty="0"/>
            <a:t>Problem Statement &amp; Objectives</a:t>
          </a:r>
        </a:p>
      </dgm:t>
    </dgm:pt>
    <dgm:pt modelId="{C2D1E130-70C8-41F9-8FF5-E90FAE9A325B}" type="parTrans" cxnId="{C9206284-894B-4FD3-B5E7-A70B1BE5D96C}">
      <dgm:prSet/>
      <dgm:spPr/>
      <dgm:t>
        <a:bodyPr/>
        <a:lstStyle/>
        <a:p>
          <a:endParaRPr lang="en-US"/>
        </a:p>
      </dgm:t>
    </dgm:pt>
    <dgm:pt modelId="{D1B93A66-386C-469D-A494-4FDFF9751FCD}" type="sibTrans" cxnId="{C9206284-894B-4FD3-B5E7-A70B1BE5D96C}">
      <dgm:prSet/>
      <dgm:spPr/>
      <dgm:t>
        <a:bodyPr/>
        <a:lstStyle/>
        <a:p>
          <a:endParaRPr lang="en-US"/>
        </a:p>
      </dgm:t>
    </dgm:pt>
    <dgm:pt modelId="{DE428CB7-A9FF-4D51-A5CA-436B3D5BE4F1}">
      <dgm:prSet/>
      <dgm:spPr/>
      <dgm:t>
        <a:bodyPr/>
        <a:lstStyle/>
        <a:p>
          <a:r>
            <a:rPr lang="en-US" dirty="0"/>
            <a:t>Research Methodology</a:t>
          </a:r>
        </a:p>
      </dgm:t>
    </dgm:pt>
    <dgm:pt modelId="{C5142762-CDC3-4B6A-BEA6-6A0D304CBA7A}" type="parTrans" cxnId="{97061EB6-E523-4C68-8F08-79917ED817C2}">
      <dgm:prSet/>
      <dgm:spPr/>
      <dgm:t>
        <a:bodyPr/>
        <a:lstStyle/>
        <a:p>
          <a:endParaRPr lang="en-US"/>
        </a:p>
      </dgm:t>
    </dgm:pt>
    <dgm:pt modelId="{956EEF3C-F1B0-40F5-8C57-5AFA3FA4138F}" type="sibTrans" cxnId="{97061EB6-E523-4C68-8F08-79917ED817C2}">
      <dgm:prSet/>
      <dgm:spPr/>
      <dgm:t>
        <a:bodyPr/>
        <a:lstStyle/>
        <a:p>
          <a:endParaRPr lang="en-US"/>
        </a:p>
      </dgm:t>
    </dgm:pt>
    <dgm:pt modelId="{74861808-4C57-4AED-82BA-5FAE71263122}">
      <dgm:prSet/>
      <dgm:spPr/>
      <dgm:t>
        <a:bodyPr/>
        <a:lstStyle/>
        <a:p>
          <a:r>
            <a:rPr lang="en-US" dirty="0"/>
            <a:t>Results &amp; Discussion</a:t>
          </a:r>
        </a:p>
      </dgm:t>
    </dgm:pt>
    <dgm:pt modelId="{77979E17-9A24-4AB5-8A9C-1E91AC69872B}" type="parTrans" cxnId="{3DB7CF8A-1DC3-431D-9C47-26C09512F479}">
      <dgm:prSet/>
      <dgm:spPr/>
      <dgm:t>
        <a:bodyPr/>
        <a:lstStyle/>
        <a:p>
          <a:endParaRPr lang="en-US"/>
        </a:p>
      </dgm:t>
    </dgm:pt>
    <dgm:pt modelId="{F3E9AF02-7A18-4B43-9972-8A40A59F4733}" type="sibTrans" cxnId="{3DB7CF8A-1DC3-431D-9C47-26C09512F479}">
      <dgm:prSet/>
      <dgm:spPr/>
      <dgm:t>
        <a:bodyPr/>
        <a:lstStyle/>
        <a:p>
          <a:endParaRPr lang="en-US"/>
        </a:p>
      </dgm:t>
    </dgm:pt>
    <dgm:pt modelId="{987807A5-308E-4ECF-ADDF-47BD8834DCF1}">
      <dgm:prSet/>
      <dgm:spPr/>
      <dgm:t>
        <a:bodyPr/>
        <a:lstStyle/>
        <a:p>
          <a:r>
            <a:rPr lang="en-US" dirty="0"/>
            <a:t>Conclusion &amp; Future Work</a:t>
          </a:r>
        </a:p>
      </dgm:t>
    </dgm:pt>
    <dgm:pt modelId="{D2517931-31BA-4245-A21A-0600C90AEBEA}" type="parTrans" cxnId="{3F5B4DF1-7E15-4BC2-A801-3544FFA3985A}">
      <dgm:prSet/>
      <dgm:spPr/>
      <dgm:t>
        <a:bodyPr/>
        <a:lstStyle/>
        <a:p>
          <a:endParaRPr lang="en-US"/>
        </a:p>
      </dgm:t>
    </dgm:pt>
    <dgm:pt modelId="{E6AA3D96-0B4B-49BA-B9D6-F2FAC72998E1}" type="sibTrans" cxnId="{3F5B4DF1-7E15-4BC2-A801-3544FFA3985A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8C54D04-E9A9-C642-8ABC-DBF5FC8319C8}" type="presOf" srcId="{987807A5-308E-4ECF-ADDF-47BD8834DCF1}" destId="{389FED8C-1943-494A-9799-D4EEB7F43B23}" srcOrd="0" destOrd="5" presId="urn:microsoft.com/office/officeart/2005/8/layout/list1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2ADA254D-EC75-C14A-9FF3-3757198914A7}" type="presOf" srcId="{B6A3376D-DC78-4524-83C9-EAB6A050D5A9}" destId="{389FED8C-1943-494A-9799-D4EEB7F43B23}" srcOrd="0" destOrd="2" presId="urn:microsoft.com/office/officeart/2005/8/layout/list1"/>
    <dgm:cxn modelId="{C9C0E050-F763-2341-97A7-9AB52AA8D3C7}" type="presOf" srcId="{8012B219-E016-4B83-ACC9-5C6C364A4796}" destId="{389FED8C-1943-494A-9799-D4EEB7F43B23}" srcOrd="0" destOrd="1" presId="urn:microsoft.com/office/officeart/2005/8/layout/list1"/>
    <dgm:cxn modelId="{5EAA7562-720A-2041-85B5-DB8DC5DC9B2F}" type="presOf" srcId="{162F9166-4AE9-4DA2-B0AE-433BA3FE6DB7}" destId="{E8F634CD-9D0A-E54C-90FA-C305703688EA}" srcOrd="0" destOrd="0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E3858F7E-0146-49B9-AF41-29D341C2B41A}" srcId="{162F9166-4AE9-4DA2-B0AE-433BA3FE6DB7}" destId="{8012B219-E016-4B83-ACC9-5C6C364A4796}" srcOrd="1" destOrd="0" parTransId="{06686B89-B572-444E-9CAF-97327D0C0CAE}" sibTransId="{901D9B9A-8B01-4C1D-934B-5DF3F5790CF9}"/>
    <dgm:cxn modelId="{C9206284-894B-4FD3-B5E7-A70B1BE5D96C}" srcId="{162F9166-4AE9-4DA2-B0AE-433BA3FE6DB7}" destId="{B6A3376D-DC78-4524-83C9-EAB6A050D5A9}" srcOrd="2" destOrd="0" parTransId="{C2D1E130-70C8-41F9-8FF5-E90FAE9A325B}" sibTransId="{D1B93A66-386C-469D-A494-4FDFF9751FCD}"/>
    <dgm:cxn modelId="{3DB7CF8A-1DC3-431D-9C47-26C09512F479}" srcId="{162F9166-4AE9-4DA2-B0AE-433BA3FE6DB7}" destId="{74861808-4C57-4AED-82BA-5FAE71263122}" srcOrd="4" destOrd="0" parTransId="{77979E17-9A24-4AB5-8A9C-1E91AC69872B}" sibTransId="{F3E9AF02-7A18-4B43-9972-8A40A59F4733}"/>
    <dgm:cxn modelId="{CE826FA3-FFFD-E141-80AA-CD8D60E09C96}" type="presOf" srcId="{DE428CB7-A9FF-4D51-A5CA-436B3D5BE4F1}" destId="{389FED8C-1943-494A-9799-D4EEB7F43B23}" srcOrd="0" destOrd="3" presId="urn:microsoft.com/office/officeart/2005/8/layout/list1"/>
    <dgm:cxn modelId="{97061EB6-E523-4C68-8F08-79917ED817C2}" srcId="{162F9166-4AE9-4DA2-B0AE-433BA3FE6DB7}" destId="{DE428CB7-A9FF-4D51-A5CA-436B3D5BE4F1}" srcOrd="3" destOrd="0" parTransId="{C5142762-CDC3-4B6A-BEA6-6A0D304CBA7A}" sibTransId="{956EEF3C-F1B0-40F5-8C57-5AFA3FA4138F}"/>
    <dgm:cxn modelId="{4D191CCE-D119-0F40-AE2B-81AA0957BA78}" type="presOf" srcId="{A47A003B-F1A4-438C-8016-9E15B9093622}" destId="{389FED8C-1943-494A-9799-D4EEB7F43B23}" srcOrd="0" destOrd="0" presId="urn:microsoft.com/office/officeart/2005/8/layout/list1"/>
    <dgm:cxn modelId="{FC24C5D8-EDEF-4C43-80C8-CEBA684F65B2}" type="presOf" srcId="{74861808-4C57-4AED-82BA-5FAE71263122}" destId="{389FED8C-1943-494A-9799-D4EEB7F43B23}" srcOrd="0" destOrd="4" presId="urn:microsoft.com/office/officeart/2005/8/layout/list1"/>
    <dgm:cxn modelId="{5CD174DE-6BD6-8946-BE6D-A439A9E30393}" type="presOf" srcId="{33573B53-AD64-4E32-AACD-42BC1A88D737}" destId="{7DBFA400-5388-BB45-8360-C7900AAC36BD}" srcOrd="0" destOrd="0" presId="urn:microsoft.com/office/officeart/2005/8/layout/list1"/>
    <dgm:cxn modelId="{5336FBE1-67C4-8C49-8AB2-EC59787F09CF}" type="presOf" srcId="{162F9166-4AE9-4DA2-B0AE-433BA3FE6DB7}" destId="{E7D891A4-E196-3D40-815D-2AD88A743059}" srcOrd="1" destOrd="0" presId="urn:microsoft.com/office/officeart/2005/8/layout/list1"/>
    <dgm:cxn modelId="{3F5B4DF1-7E15-4BC2-A801-3544FFA3985A}" srcId="{162F9166-4AE9-4DA2-B0AE-433BA3FE6DB7}" destId="{987807A5-308E-4ECF-ADDF-47BD8834DCF1}" srcOrd="5" destOrd="0" parTransId="{D2517931-31BA-4245-A21A-0600C90AEBEA}" sibTransId="{E6AA3D96-0B4B-49BA-B9D6-F2FAC72998E1}"/>
    <dgm:cxn modelId="{E5185260-C5DF-9B42-A2D5-4B55B8712DC4}" type="presParOf" srcId="{7DBFA400-5388-BB45-8360-C7900AAC36BD}" destId="{5EF695A5-637F-EC46-A444-CDBC7C7CF8AB}" srcOrd="0" destOrd="0" presId="urn:microsoft.com/office/officeart/2005/8/layout/list1"/>
    <dgm:cxn modelId="{E6A2226E-EC9A-324F-9CD6-37E08C47D344}" type="presParOf" srcId="{5EF695A5-637F-EC46-A444-CDBC7C7CF8AB}" destId="{E8F634CD-9D0A-E54C-90FA-C305703688EA}" srcOrd="0" destOrd="0" presId="urn:microsoft.com/office/officeart/2005/8/layout/list1"/>
    <dgm:cxn modelId="{581CC5B7-53BB-7940-8C40-9D9DE34E122A}" type="presParOf" srcId="{5EF695A5-637F-EC46-A444-CDBC7C7CF8AB}" destId="{E7D891A4-E196-3D40-815D-2AD88A743059}" srcOrd="1" destOrd="0" presId="urn:microsoft.com/office/officeart/2005/8/layout/list1"/>
    <dgm:cxn modelId="{95CA35A4-38B7-CA40-A8D4-02A9A6856D1C}" type="presParOf" srcId="{7DBFA400-5388-BB45-8360-C7900AAC36BD}" destId="{DF241C4E-CAAB-F240-818A-F9AA70D32F88}" srcOrd="1" destOrd="0" presId="urn:microsoft.com/office/officeart/2005/8/layout/list1"/>
    <dgm:cxn modelId="{1E7202FA-6E70-5647-9D7A-ED18769EAF70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Introduction – The Problem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r>
            <a:rPr lang="en-US" dirty="0"/>
            <a:t>Potholes and Speed Breakers - Cause of Deaths</a:t>
          </a:r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8012B219-E016-4B83-ACC9-5C6C364A4796}">
      <dgm:prSet/>
      <dgm:spPr/>
      <dgm:t>
        <a:bodyPr/>
        <a:lstStyle/>
        <a:p>
          <a:r>
            <a:rPr lang="en-US" dirty="0"/>
            <a:t>4400 Accidents in 2022</a:t>
          </a:r>
        </a:p>
      </dgm:t>
    </dgm:pt>
    <dgm:pt modelId="{06686B89-B572-444E-9CAF-97327D0C0CAE}" type="parTrans" cxnId="{E3858F7E-0146-49B9-AF41-29D341C2B41A}">
      <dgm:prSet/>
      <dgm:spPr/>
      <dgm:t>
        <a:bodyPr/>
        <a:lstStyle/>
        <a:p>
          <a:endParaRPr lang="en-US"/>
        </a:p>
      </dgm:t>
    </dgm:pt>
    <dgm:pt modelId="{901D9B9A-8B01-4C1D-934B-5DF3F5790CF9}" type="sibTrans" cxnId="{E3858F7E-0146-49B9-AF41-29D341C2B41A}">
      <dgm:prSet/>
      <dgm:spPr/>
      <dgm:t>
        <a:bodyPr/>
        <a:lstStyle/>
        <a:p>
          <a:endParaRPr lang="en-US"/>
        </a:p>
      </dgm:t>
    </dgm:pt>
    <dgm:pt modelId="{B6A3376D-DC78-4524-83C9-EAB6A050D5A9}">
      <dgm:prSet/>
      <dgm:spPr/>
      <dgm:t>
        <a:bodyPr/>
        <a:lstStyle/>
        <a:p>
          <a:r>
            <a:rPr lang="en-US" dirty="0"/>
            <a:t>Non-Compliant Potholes &amp; Speed Breakers -Of Varying Sizes &amp; Shapes can be Found all over India without Proper Markings/ Signs</a:t>
          </a:r>
        </a:p>
      </dgm:t>
    </dgm:pt>
    <dgm:pt modelId="{C2D1E130-70C8-41F9-8FF5-E90FAE9A325B}" type="parTrans" cxnId="{C9206284-894B-4FD3-B5E7-A70B1BE5D96C}">
      <dgm:prSet/>
      <dgm:spPr/>
      <dgm:t>
        <a:bodyPr/>
        <a:lstStyle/>
        <a:p>
          <a:endParaRPr lang="en-US"/>
        </a:p>
      </dgm:t>
    </dgm:pt>
    <dgm:pt modelId="{D1B93A66-386C-469D-A494-4FDFF9751FCD}" type="sibTrans" cxnId="{C9206284-894B-4FD3-B5E7-A70B1BE5D96C}">
      <dgm:prSet/>
      <dgm:spPr/>
      <dgm:t>
        <a:bodyPr/>
        <a:lstStyle/>
        <a:p>
          <a:endParaRPr lang="en-US"/>
        </a:p>
      </dgm:t>
    </dgm:pt>
    <dgm:pt modelId="{BD89E664-908F-FD4A-A954-E72A9F83D900}">
      <dgm:prSet/>
      <dgm:spPr/>
      <dgm:t>
        <a:bodyPr/>
        <a:lstStyle/>
        <a:p>
          <a:endParaRPr lang="en-US" dirty="0"/>
        </a:p>
      </dgm:t>
    </dgm:pt>
    <dgm:pt modelId="{BF7690B4-3B66-A04D-84C1-68BCF365E69A}" type="parTrans" cxnId="{34DF8CA4-2338-D842-95E5-EB0DE53276A6}">
      <dgm:prSet/>
      <dgm:spPr/>
      <dgm:t>
        <a:bodyPr/>
        <a:lstStyle/>
        <a:p>
          <a:endParaRPr lang="en-US"/>
        </a:p>
      </dgm:t>
    </dgm:pt>
    <dgm:pt modelId="{F6FFDC4B-1454-A649-AD90-D31D154CD21D}" type="sibTrans" cxnId="{34DF8CA4-2338-D842-95E5-EB0DE53276A6}">
      <dgm:prSet/>
      <dgm:spPr/>
      <dgm:t>
        <a:bodyPr/>
        <a:lstStyle/>
        <a:p>
          <a:endParaRPr lang="en-US"/>
        </a:p>
      </dgm:t>
    </dgm:pt>
    <dgm:pt modelId="{AF0AE206-A143-1949-BDC7-930E4895CD68}">
      <dgm:prSet/>
      <dgm:spPr/>
      <dgm:t>
        <a:bodyPr/>
        <a:lstStyle/>
        <a:p>
          <a:pPr>
            <a:buNone/>
          </a:pPr>
          <a:r>
            <a:rPr lang="en-US" b="1" dirty="0"/>
            <a:t>Road Safety Crisis in India</a:t>
          </a:r>
          <a:endParaRPr lang="en-US" dirty="0"/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E9D1A920-2280-894D-BB55-062FFF70B3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Critical for ADAS (Advanced Driver Assistance Systems)</a:t>
          </a:r>
        </a:p>
      </dgm:t>
    </dgm:pt>
    <dgm:pt modelId="{3D63D652-45AD-734E-82E5-C0C7EA783532}" type="parTrans" cxnId="{D71FA17A-8EC1-DB47-B656-ED7F8CEBD284}">
      <dgm:prSet/>
      <dgm:spPr/>
      <dgm:t>
        <a:bodyPr/>
        <a:lstStyle/>
        <a:p>
          <a:endParaRPr lang="en-US"/>
        </a:p>
      </dgm:t>
    </dgm:pt>
    <dgm:pt modelId="{F230DEA9-0C7C-564D-9ACA-2C443DBC3E2D}" type="sibTrans" cxnId="{D71FA17A-8EC1-DB47-B656-ED7F8CEBD284}">
      <dgm:prSet/>
      <dgm:spPr/>
      <dgm:t>
        <a:bodyPr/>
        <a:lstStyle/>
        <a:p>
          <a:endParaRPr lang="en-US"/>
        </a:p>
      </dgm:t>
    </dgm:pt>
    <dgm:pt modelId="{AB6D00F1-BFBE-B24E-A2EE-492296949C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Essential for GIS-based road mapping</a:t>
          </a:r>
        </a:p>
      </dgm:t>
    </dgm:pt>
    <dgm:pt modelId="{C856EEC9-4135-1C46-B7F8-309EF157BE5C}" type="parTrans" cxnId="{1DD4401B-E80B-6E44-B591-2245BB9A89DF}">
      <dgm:prSet/>
      <dgm:spPr/>
      <dgm:t>
        <a:bodyPr/>
        <a:lstStyle/>
        <a:p>
          <a:endParaRPr lang="en-US"/>
        </a:p>
      </dgm:t>
    </dgm:pt>
    <dgm:pt modelId="{523137FC-05B8-2F47-9A76-92FC39898E14}" type="sibTrans" cxnId="{1DD4401B-E80B-6E44-B591-2245BB9A89DF}">
      <dgm:prSet/>
      <dgm:spPr/>
      <dgm:t>
        <a:bodyPr/>
        <a:lstStyle/>
        <a:p>
          <a:endParaRPr lang="en-US"/>
        </a:p>
      </dgm:t>
    </dgm:pt>
    <dgm:pt modelId="{D2147255-428C-8B48-BB0F-EB5E6DDB28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Foundation for autonomous vehicle safety</a:t>
          </a:r>
        </a:p>
      </dgm:t>
    </dgm:pt>
    <dgm:pt modelId="{A32D481B-4D23-C54E-A7EB-1F1AA5FD1B91}" type="parTrans" cxnId="{8B682B91-4CD0-F24C-B83D-B634C2141AB1}">
      <dgm:prSet/>
      <dgm:spPr/>
      <dgm:t>
        <a:bodyPr/>
        <a:lstStyle/>
        <a:p>
          <a:endParaRPr lang="en-US"/>
        </a:p>
      </dgm:t>
    </dgm:pt>
    <dgm:pt modelId="{57ACEF78-2238-DC48-98E2-C08D4F4C9761}" type="sibTrans" cxnId="{8B682B91-4CD0-F24C-B83D-B634C2141AB1}">
      <dgm:prSet/>
      <dgm:spPr/>
      <dgm:t>
        <a:bodyPr/>
        <a:lstStyle/>
        <a:p>
          <a:endParaRPr lang="en-US"/>
        </a:p>
      </dgm:t>
    </dgm:pt>
    <dgm:pt modelId="{B0E1940F-7C74-4E42-B33D-ECFFF6F0151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dirty="0"/>
            <a:t>Why This Matters:</a:t>
          </a:r>
          <a:endParaRPr lang="en-US" dirty="0"/>
        </a:p>
      </dgm:t>
    </dgm:pt>
    <dgm:pt modelId="{DD2D64F7-B808-5848-9738-0199E4604454}" type="parTrans" cxnId="{CAF91AE4-F534-284C-B90F-25EF2097AEF1}">
      <dgm:prSet/>
      <dgm:spPr/>
      <dgm:t>
        <a:bodyPr/>
        <a:lstStyle/>
        <a:p>
          <a:endParaRPr lang="en-US"/>
        </a:p>
      </dgm:t>
    </dgm:pt>
    <dgm:pt modelId="{3F0182B5-3435-1F41-8FA1-B31DC1FBEC3A}" type="sibTrans" cxnId="{CAF91AE4-F534-284C-B90F-25EF2097AEF1}">
      <dgm:prSet/>
      <dgm:spPr/>
      <dgm:t>
        <a:bodyPr/>
        <a:lstStyle/>
        <a:p>
          <a:endParaRPr lang="en-US"/>
        </a:p>
      </dgm:t>
    </dgm:pt>
    <dgm:pt modelId="{B541462C-6995-BD41-A0BD-004EF7033DB7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dirty="0"/>
        </a:p>
      </dgm:t>
    </dgm:pt>
    <dgm:pt modelId="{12AF7218-2ED0-D04A-8627-BA6077EAB552}" type="parTrans" cxnId="{402BC222-2669-8F49-BEEC-227BE9902E97}">
      <dgm:prSet/>
      <dgm:spPr/>
      <dgm:t>
        <a:bodyPr/>
        <a:lstStyle/>
        <a:p>
          <a:endParaRPr lang="en-US"/>
        </a:p>
      </dgm:t>
    </dgm:pt>
    <dgm:pt modelId="{411AD1E2-0072-EC4D-ACE3-27158B54F5A6}" type="sibTrans" cxnId="{402BC222-2669-8F49-BEEC-227BE9902E97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53CBCD07-5BF2-B747-8EEA-E2B1D695752E}" type="presOf" srcId="{E9D1A920-2280-894D-BB55-062FFF70B386}" destId="{389FED8C-1943-494A-9799-D4EEB7F43B23}" srcOrd="0" destOrd="6" presId="urn:microsoft.com/office/officeart/2005/8/layout/list1"/>
    <dgm:cxn modelId="{CC15F20B-E64C-164C-8A5B-E99F1EE2F306}" type="presOf" srcId="{B541462C-6995-BD41-A0BD-004EF7033DB7}" destId="{389FED8C-1943-494A-9799-D4EEB7F43B23}" srcOrd="0" destOrd="4" presId="urn:microsoft.com/office/officeart/2005/8/layout/list1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D4401B-E80B-6E44-B591-2245BB9A89DF}" srcId="{162F9166-4AE9-4DA2-B0AE-433BA3FE6DB7}" destId="{AB6D00F1-BFBE-B24E-A2EE-492296949C4A}" srcOrd="7" destOrd="0" parTransId="{C856EEC9-4135-1C46-B7F8-309EF157BE5C}" sibTransId="{523137FC-05B8-2F47-9A76-92FC39898E14}"/>
    <dgm:cxn modelId="{402BC222-2669-8F49-BEEC-227BE9902E97}" srcId="{162F9166-4AE9-4DA2-B0AE-433BA3FE6DB7}" destId="{B541462C-6995-BD41-A0BD-004EF7033DB7}" srcOrd="4" destOrd="0" parTransId="{12AF7218-2ED0-D04A-8627-BA6077EAB552}" sibTransId="{411AD1E2-0072-EC4D-ACE3-27158B54F5A6}"/>
    <dgm:cxn modelId="{1984F228-8F23-42F8-9CB5-1BB092B78E62}" srcId="{162F9166-4AE9-4DA2-B0AE-433BA3FE6DB7}" destId="{A47A003B-F1A4-438C-8016-9E15B9093622}" srcOrd="1" destOrd="0" parTransId="{99DC130E-21BA-4CF8-8629-EE1AD3C6D45E}" sibTransId="{32DEAC14-BCA4-439E-8DD1-DF373595F979}"/>
    <dgm:cxn modelId="{6EE59A4D-7701-E647-ADB6-AC18355DC0B1}" type="presOf" srcId="{8012B219-E016-4B83-ACC9-5C6C364A4796}" destId="{389FED8C-1943-494A-9799-D4EEB7F43B23}" srcOrd="0" destOrd="2" presId="urn:microsoft.com/office/officeart/2005/8/layout/list1"/>
    <dgm:cxn modelId="{53DC9865-3379-2542-A6DE-A303C28C325C}" type="presOf" srcId="{D2147255-428C-8B48-BB0F-EB5E6DDB28FF}" destId="{389FED8C-1943-494A-9799-D4EEB7F43B23}" srcOrd="0" destOrd="8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D71FA17A-8EC1-DB47-B656-ED7F8CEBD284}" srcId="{162F9166-4AE9-4DA2-B0AE-433BA3FE6DB7}" destId="{E9D1A920-2280-894D-BB55-062FFF70B386}" srcOrd="6" destOrd="0" parTransId="{3D63D652-45AD-734E-82E5-C0C7EA783532}" sibTransId="{F230DEA9-0C7C-564D-9ACA-2C443DBC3E2D}"/>
    <dgm:cxn modelId="{E3858F7E-0146-49B9-AF41-29D341C2B41A}" srcId="{162F9166-4AE9-4DA2-B0AE-433BA3FE6DB7}" destId="{8012B219-E016-4B83-ACC9-5C6C364A4796}" srcOrd="2" destOrd="0" parTransId="{06686B89-B572-444E-9CAF-97327D0C0CAE}" sibTransId="{901D9B9A-8B01-4C1D-934B-5DF3F5790CF9}"/>
    <dgm:cxn modelId="{C9206284-894B-4FD3-B5E7-A70B1BE5D96C}" srcId="{162F9166-4AE9-4DA2-B0AE-433BA3FE6DB7}" destId="{B6A3376D-DC78-4524-83C9-EAB6A050D5A9}" srcOrd="3" destOrd="0" parTransId="{C2D1E130-70C8-41F9-8FF5-E90FAE9A325B}" sibTransId="{D1B93A66-386C-469D-A494-4FDFF9751FCD}"/>
    <dgm:cxn modelId="{8B682B91-4CD0-F24C-B83D-B634C2141AB1}" srcId="{162F9166-4AE9-4DA2-B0AE-433BA3FE6DB7}" destId="{D2147255-428C-8B48-BB0F-EB5E6DDB28FF}" srcOrd="8" destOrd="0" parTransId="{A32D481B-4D23-C54E-A7EB-1F1AA5FD1B91}" sibTransId="{57ACEF78-2238-DC48-98E2-C08D4F4C9761}"/>
    <dgm:cxn modelId="{03D27B9B-9EE4-C449-A347-8F3E56C35E07}" type="presOf" srcId="{A47A003B-F1A4-438C-8016-9E15B9093622}" destId="{389FED8C-1943-494A-9799-D4EEB7F43B23}" srcOrd="0" destOrd="1" presId="urn:microsoft.com/office/officeart/2005/8/layout/list1"/>
    <dgm:cxn modelId="{34DF8CA4-2338-D842-95E5-EB0DE53276A6}" srcId="{162F9166-4AE9-4DA2-B0AE-433BA3FE6DB7}" destId="{BD89E664-908F-FD4A-A954-E72A9F83D900}" srcOrd="9" destOrd="0" parTransId="{BF7690B4-3B66-A04D-84C1-68BCF365E69A}" sibTransId="{F6FFDC4B-1454-A649-AD90-D31D154CD21D}"/>
    <dgm:cxn modelId="{082D39C0-70DA-7446-949B-7FD509E10D88}" type="presOf" srcId="{AB6D00F1-BFBE-B24E-A2EE-492296949C4A}" destId="{389FED8C-1943-494A-9799-D4EEB7F43B23}" srcOrd="0" destOrd="7" presId="urn:microsoft.com/office/officeart/2005/8/layout/list1"/>
    <dgm:cxn modelId="{ACC732C4-452F-B149-BB1E-349AEC90702D}" type="presOf" srcId="{B6A3376D-DC78-4524-83C9-EAB6A050D5A9}" destId="{389FED8C-1943-494A-9799-D4EEB7F43B23}" srcOrd="0" destOrd="3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0" presId="urn:microsoft.com/office/officeart/2005/8/layout/list1"/>
    <dgm:cxn modelId="{24C49ED9-96B5-6945-8EBF-E4CFD0BEFACB}" type="presOf" srcId="{BD89E664-908F-FD4A-A954-E72A9F83D900}" destId="{389FED8C-1943-494A-9799-D4EEB7F43B23}" srcOrd="0" destOrd="9" presId="urn:microsoft.com/office/officeart/2005/8/layout/list1"/>
    <dgm:cxn modelId="{A2AF49DA-E735-4343-9D07-F430910A71E4}" srcId="{162F9166-4AE9-4DA2-B0AE-433BA3FE6DB7}" destId="{AF0AE206-A143-1949-BDC7-930E4895CD68}" srcOrd="0" destOrd="0" parTransId="{2AC3B198-190F-3F48-ACC0-67762557F6C3}" sibTransId="{9A7B875C-E40D-BF46-8839-A8C43D628BD8}"/>
    <dgm:cxn modelId="{CAF91AE4-F534-284C-B90F-25EF2097AEF1}" srcId="{162F9166-4AE9-4DA2-B0AE-433BA3FE6DB7}" destId="{B0E1940F-7C74-4E42-B33D-ECFFF6F01512}" srcOrd="5" destOrd="0" parTransId="{DD2D64F7-B808-5848-9738-0199E4604454}" sibTransId="{3F0182B5-3435-1F41-8FA1-B31DC1FBEC3A}"/>
    <dgm:cxn modelId="{4B9BC0E5-859A-7A45-9773-5B801AEFFD63}" type="presOf" srcId="{B0E1940F-7C74-4E42-B33D-ECFFF6F01512}" destId="{389FED8C-1943-494A-9799-D4EEB7F43B23}" srcOrd="0" destOrd="5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Problem Statement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F0AE206-A143-1949-BDC7-930E4895CD68}">
      <dgm:prSet/>
      <dgm:spPr/>
      <dgm:t>
        <a:bodyPr/>
        <a:lstStyle/>
        <a:p>
          <a:pPr>
            <a:buNone/>
          </a:pPr>
          <a:r>
            <a:rPr lang="en-US" b="1" dirty="0"/>
            <a:t>Detection Challenges:</a:t>
          </a:r>
          <a:endParaRPr lang="en-US" dirty="0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B541462C-6995-BD41-A0BD-004EF7033DB7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dirty="0"/>
        </a:p>
      </dgm:t>
    </dgm:pt>
    <dgm:pt modelId="{411AD1E2-0072-EC4D-ACE3-27158B54F5A6}" type="sibTrans" cxnId="{402BC222-2669-8F49-BEEC-227BE9902E97}">
      <dgm:prSet/>
      <dgm:spPr/>
      <dgm:t>
        <a:bodyPr/>
        <a:lstStyle/>
        <a:p>
          <a:endParaRPr lang="en-US"/>
        </a:p>
      </dgm:t>
    </dgm:pt>
    <dgm:pt modelId="{12AF7218-2ED0-D04A-8627-BA6077EAB552}" type="parTrans" cxnId="{402BC222-2669-8F49-BEEC-227BE9902E97}">
      <dgm:prSet/>
      <dgm:spPr/>
      <dgm:t>
        <a:bodyPr/>
        <a:lstStyle/>
        <a:p>
          <a:endParaRPr lang="en-US"/>
        </a:p>
      </dgm:t>
    </dgm:pt>
    <dgm:pt modelId="{B0E1940F-7C74-4E42-B33D-ECFFF6F0151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dirty="0"/>
            <a:t>Goal:</a:t>
          </a:r>
          <a:r>
            <a:rPr lang="en-US" dirty="0"/>
            <a:t> Develop robust ML/CV models that detect anomalies across diverse conditions</a:t>
          </a:r>
        </a:p>
      </dgm:t>
    </dgm:pt>
    <dgm:pt modelId="{3F0182B5-3435-1F41-8FA1-B31DC1FBEC3A}" type="sibTrans" cxnId="{CAF91AE4-F534-284C-B90F-25EF2097AEF1}">
      <dgm:prSet/>
      <dgm:spPr/>
      <dgm:t>
        <a:bodyPr/>
        <a:lstStyle/>
        <a:p>
          <a:endParaRPr lang="en-US"/>
        </a:p>
      </dgm:t>
    </dgm:pt>
    <dgm:pt modelId="{DD2D64F7-B808-5848-9738-0199E4604454}" type="parTrans" cxnId="{CAF91AE4-F534-284C-B90F-25EF2097AEF1}">
      <dgm:prSet/>
      <dgm:spPr/>
      <dgm:t>
        <a:bodyPr/>
        <a:lstStyle/>
        <a:p>
          <a:endParaRPr lang="en-US"/>
        </a:p>
      </dgm:t>
    </dgm:pt>
    <dgm:pt modelId="{BD89E664-908F-FD4A-A954-E72A9F83D900}">
      <dgm:prSet/>
      <dgm:spPr/>
      <dgm:t>
        <a:bodyPr/>
        <a:lstStyle/>
        <a:p>
          <a:endParaRPr lang="en-US" dirty="0"/>
        </a:p>
      </dgm:t>
    </dgm:pt>
    <dgm:pt modelId="{F6FFDC4B-1454-A649-AD90-D31D154CD21D}" type="sibTrans" cxnId="{34DF8CA4-2338-D842-95E5-EB0DE53276A6}">
      <dgm:prSet/>
      <dgm:spPr/>
      <dgm:t>
        <a:bodyPr/>
        <a:lstStyle/>
        <a:p>
          <a:endParaRPr lang="en-US"/>
        </a:p>
      </dgm:t>
    </dgm:pt>
    <dgm:pt modelId="{BF7690B4-3B66-A04D-84C1-68BCF365E69A}" type="parTrans" cxnId="{34DF8CA4-2338-D842-95E5-EB0DE53276A6}">
      <dgm:prSet/>
      <dgm:spPr/>
      <dgm:t>
        <a:bodyPr/>
        <a:lstStyle/>
        <a:p>
          <a:endParaRPr lang="en-US"/>
        </a:p>
      </dgm:t>
    </dgm:pt>
    <dgm:pt modelId="{7394FA40-8770-2044-8D25-A0368D1A66F2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60AE4331-4BCF-8543-9B0A-90B55FB9A895}" type="parTrans" cxnId="{E08B380F-99FE-3E4B-9FB0-9FC1BC714D31}">
      <dgm:prSet/>
      <dgm:spPr/>
      <dgm:t>
        <a:bodyPr/>
        <a:lstStyle/>
        <a:p>
          <a:endParaRPr lang="en-US"/>
        </a:p>
      </dgm:t>
    </dgm:pt>
    <dgm:pt modelId="{ACC92698-B8A3-2641-B397-B2B4ADF8F89C}" type="sibTrans" cxnId="{E08B380F-99FE-3E4B-9FB0-9FC1BC714D31}">
      <dgm:prSet/>
      <dgm:spPr/>
      <dgm:t>
        <a:bodyPr/>
        <a:lstStyle/>
        <a:p>
          <a:endParaRPr lang="en-US"/>
        </a:p>
      </dgm:t>
    </dgm:pt>
    <dgm:pt modelId="{3663C38C-1E6F-0546-9028-D1BC7C31A92F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236E549F-8CA4-8C41-BD96-2DFBF7BF54F5}" type="parTrans" cxnId="{9D2481C1-5602-4040-8811-31B223BEB38A}">
      <dgm:prSet/>
      <dgm:spPr/>
      <dgm:t>
        <a:bodyPr/>
        <a:lstStyle/>
        <a:p>
          <a:endParaRPr lang="en-US"/>
        </a:p>
      </dgm:t>
    </dgm:pt>
    <dgm:pt modelId="{7CD27D20-DE73-B645-8D14-9662D1FF02DD}" type="sibTrans" cxnId="{9D2481C1-5602-4040-8811-31B223BEB38A}">
      <dgm:prSet/>
      <dgm:spPr/>
      <dgm:t>
        <a:bodyPr/>
        <a:lstStyle/>
        <a:p>
          <a:endParaRPr lang="en-US"/>
        </a:p>
      </dgm:t>
    </dgm:pt>
    <dgm:pt modelId="{ABF2A018-86F7-8F4C-B9E5-25FB0856F451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F8A01731-0763-F24A-AD7C-3E8EE3E86861}" type="parTrans" cxnId="{6706E9A1-840B-1749-A28F-C2BFEB32A113}">
      <dgm:prSet/>
      <dgm:spPr/>
      <dgm:t>
        <a:bodyPr/>
        <a:lstStyle/>
        <a:p>
          <a:endParaRPr lang="en-US"/>
        </a:p>
      </dgm:t>
    </dgm:pt>
    <dgm:pt modelId="{8B071FC9-5E48-B841-9EE2-959AC197B1EB}" type="sibTrans" cxnId="{6706E9A1-840B-1749-A28F-C2BFEB32A113}">
      <dgm:prSet/>
      <dgm:spPr/>
      <dgm:t>
        <a:bodyPr/>
        <a:lstStyle/>
        <a:p>
          <a:endParaRPr lang="en-US"/>
        </a:p>
      </dgm:t>
    </dgm:pt>
    <dgm:pt modelId="{0A213751-52DE-814C-BBCA-C154CA3C29C1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CFC413F2-9A2F-F64B-8FF4-06FACE8A78F3}" type="parTrans" cxnId="{03A58433-0BF4-BA4F-8358-E2D25881030B}">
      <dgm:prSet/>
      <dgm:spPr/>
      <dgm:t>
        <a:bodyPr/>
        <a:lstStyle/>
        <a:p>
          <a:endParaRPr lang="en-US"/>
        </a:p>
      </dgm:t>
    </dgm:pt>
    <dgm:pt modelId="{0A142A2B-D553-FE4F-BFFA-CA108DDC89B5}" type="sibTrans" cxnId="{03A58433-0BF4-BA4F-8358-E2D25881030B}">
      <dgm:prSet/>
      <dgm:spPr/>
      <dgm:t>
        <a:bodyPr/>
        <a:lstStyle/>
        <a:p>
          <a:endParaRPr lang="en-US"/>
        </a:p>
      </dgm:t>
    </dgm:pt>
    <dgm:pt modelId="{1241179D-7DDD-3A41-9BBE-B722E045E410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A50A7EF7-255D-EE4D-9133-5D648DAA84C3}" type="parTrans" cxnId="{61869DD6-DBAD-154D-B6BD-AB8A411F3F73}">
      <dgm:prSet/>
      <dgm:spPr/>
      <dgm:t>
        <a:bodyPr/>
        <a:lstStyle/>
        <a:p>
          <a:endParaRPr lang="en-US"/>
        </a:p>
      </dgm:t>
    </dgm:pt>
    <dgm:pt modelId="{BDEC4FD4-4C84-7447-8C45-5768593E85FF}" type="sibTrans" cxnId="{61869DD6-DBAD-154D-B6BD-AB8A411F3F73}">
      <dgm:prSet/>
      <dgm:spPr/>
      <dgm:t>
        <a:bodyPr/>
        <a:lstStyle/>
        <a:p>
          <a:endParaRPr lang="en-US"/>
        </a:p>
      </dgm:t>
    </dgm:pt>
    <dgm:pt modelId="{F6AD2163-7363-D74C-AFFE-0BAA4C09C431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dirty="0"/>
        </a:p>
      </dgm:t>
    </dgm:pt>
    <dgm:pt modelId="{6E062E8D-D596-7041-B911-BFAB9E4B2EC7}" type="parTrans" cxnId="{E5DB5223-7D0F-514A-B75D-BFAFC450F1B3}">
      <dgm:prSet/>
      <dgm:spPr/>
      <dgm:t>
        <a:bodyPr/>
        <a:lstStyle/>
        <a:p>
          <a:endParaRPr lang="en-US"/>
        </a:p>
      </dgm:t>
    </dgm:pt>
    <dgm:pt modelId="{2F1D4FC0-CC05-2F48-A0E6-349F4CB15F67}" type="sibTrans" cxnId="{E5DB5223-7D0F-514A-B75D-BFAFC450F1B3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C15F20B-E64C-164C-8A5B-E99F1EE2F306}" type="presOf" srcId="{B541462C-6995-BD41-A0BD-004EF7033DB7}" destId="{389FED8C-1943-494A-9799-D4EEB7F43B23}" srcOrd="0" destOrd="6" presId="urn:microsoft.com/office/officeart/2005/8/layout/list1"/>
    <dgm:cxn modelId="{75A90F0C-6DA2-264A-A2E2-5A02AC4AB0E1}" type="presOf" srcId="{1241179D-7DDD-3A41-9BBE-B722E045E410}" destId="{389FED8C-1943-494A-9799-D4EEB7F43B23}" srcOrd="0" destOrd="4" presId="urn:microsoft.com/office/officeart/2005/8/layout/list1"/>
    <dgm:cxn modelId="{E08B380F-99FE-3E4B-9FB0-9FC1BC714D31}" srcId="{162F9166-4AE9-4DA2-B0AE-433BA3FE6DB7}" destId="{7394FA40-8770-2044-8D25-A0368D1A66F2}" srcOrd="5" destOrd="0" parTransId="{60AE4331-4BCF-8543-9B0A-90B55FB9A895}" sibTransId="{ACC92698-B8A3-2641-B397-B2B4ADF8F89C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402BC222-2669-8F49-BEEC-227BE9902E97}" srcId="{162F9166-4AE9-4DA2-B0AE-433BA3FE6DB7}" destId="{B541462C-6995-BD41-A0BD-004EF7033DB7}" srcOrd="6" destOrd="0" parTransId="{12AF7218-2ED0-D04A-8627-BA6077EAB552}" sibTransId="{411AD1E2-0072-EC4D-ACE3-27158B54F5A6}"/>
    <dgm:cxn modelId="{E5DB5223-7D0F-514A-B75D-BFAFC450F1B3}" srcId="{162F9166-4AE9-4DA2-B0AE-433BA3FE6DB7}" destId="{F6AD2163-7363-D74C-AFFE-0BAA4C09C431}" srcOrd="7" destOrd="0" parTransId="{6E062E8D-D596-7041-B911-BFAB9E4B2EC7}" sibTransId="{2F1D4FC0-CC05-2F48-A0E6-349F4CB15F67}"/>
    <dgm:cxn modelId="{03A58433-0BF4-BA4F-8358-E2D25881030B}" srcId="{162F9166-4AE9-4DA2-B0AE-433BA3FE6DB7}" destId="{0A213751-52DE-814C-BBCA-C154CA3C29C1}" srcOrd="3" destOrd="0" parTransId="{CFC413F2-9A2F-F64B-8FF4-06FACE8A78F3}" sibTransId="{0A142A2B-D553-FE4F-BFFA-CA108DDC89B5}"/>
    <dgm:cxn modelId="{878F2544-1CCD-F143-8046-DCFEC2766676}" type="presOf" srcId="{0A213751-52DE-814C-BBCA-C154CA3C29C1}" destId="{389FED8C-1943-494A-9799-D4EEB7F43B23}" srcOrd="0" destOrd="3" presId="urn:microsoft.com/office/officeart/2005/8/layout/list1"/>
    <dgm:cxn modelId="{DE110B5B-E6E8-A544-A394-0BAC92D354D1}" type="presOf" srcId="{7394FA40-8770-2044-8D25-A0368D1A66F2}" destId="{389FED8C-1943-494A-9799-D4EEB7F43B23}" srcOrd="0" destOrd="5" presId="urn:microsoft.com/office/officeart/2005/8/layout/list1"/>
    <dgm:cxn modelId="{A1EE4A5F-AC4A-0A4E-89CB-11C278CE99DD}" type="presOf" srcId="{3663C38C-1E6F-0546-9028-D1BC7C31A92F}" destId="{389FED8C-1943-494A-9799-D4EEB7F43B23}" srcOrd="0" destOrd="1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F4868791-47DC-F343-AAF2-BB27C158094D}" type="presOf" srcId="{ABF2A018-86F7-8F4C-B9E5-25FB0856F451}" destId="{389FED8C-1943-494A-9799-D4EEB7F43B23}" srcOrd="0" destOrd="2" presId="urn:microsoft.com/office/officeart/2005/8/layout/list1"/>
    <dgm:cxn modelId="{6706E9A1-840B-1749-A28F-C2BFEB32A113}" srcId="{162F9166-4AE9-4DA2-B0AE-433BA3FE6DB7}" destId="{ABF2A018-86F7-8F4C-B9E5-25FB0856F451}" srcOrd="2" destOrd="0" parTransId="{F8A01731-0763-F24A-AD7C-3E8EE3E86861}" sibTransId="{8B071FC9-5E48-B841-9EE2-959AC197B1EB}"/>
    <dgm:cxn modelId="{34DF8CA4-2338-D842-95E5-EB0DE53276A6}" srcId="{162F9166-4AE9-4DA2-B0AE-433BA3FE6DB7}" destId="{BD89E664-908F-FD4A-A954-E72A9F83D900}" srcOrd="9" destOrd="0" parTransId="{BF7690B4-3B66-A04D-84C1-68BCF365E69A}" sibTransId="{F6FFDC4B-1454-A649-AD90-D31D154CD21D}"/>
    <dgm:cxn modelId="{9D2481C1-5602-4040-8811-31B223BEB38A}" srcId="{162F9166-4AE9-4DA2-B0AE-433BA3FE6DB7}" destId="{3663C38C-1E6F-0546-9028-D1BC7C31A92F}" srcOrd="1" destOrd="0" parTransId="{236E549F-8CA4-8C41-BD96-2DFBF7BF54F5}" sibTransId="{7CD27D20-DE73-B645-8D14-9662D1FF02DD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0" presId="urn:microsoft.com/office/officeart/2005/8/layout/list1"/>
    <dgm:cxn modelId="{61869DD6-DBAD-154D-B6BD-AB8A411F3F73}" srcId="{162F9166-4AE9-4DA2-B0AE-433BA3FE6DB7}" destId="{1241179D-7DDD-3A41-9BBE-B722E045E410}" srcOrd="4" destOrd="0" parTransId="{A50A7EF7-255D-EE4D-9133-5D648DAA84C3}" sibTransId="{BDEC4FD4-4C84-7447-8C45-5768593E85FF}"/>
    <dgm:cxn modelId="{24C49ED9-96B5-6945-8EBF-E4CFD0BEFACB}" type="presOf" srcId="{BD89E664-908F-FD4A-A954-E72A9F83D900}" destId="{389FED8C-1943-494A-9799-D4EEB7F43B23}" srcOrd="0" destOrd="9" presId="urn:microsoft.com/office/officeart/2005/8/layout/list1"/>
    <dgm:cxn modelId="{A2AF49DA-E735-4343-9D07-F430910A71E4}" srcId="{162F9166-4AE9-4DA2-B0AE-433BA3FE6DB7}" destId="{AF0AE206-A143-1949-BDC7-930E4895CD68}" srcOrd="0" destOrd="0" parTransId="{2AC3B198-190F-3F48-ACC0-67762557F6C3}" sibTransId="{9A7B875C-E40D-BF46-8839-A8C43D628BD8}"/>
    <dgm:cxn modelId="{AE0B15DF-CDBA-6145-B1E7-9E3E4EF9660C}" type="presOf" srcId="{F6AD2163-7363-D74C-AFFE-0BAA4C09C431}" destId="{389FED8C-1943-494A-9799-D4EEB7F43B23}" srcOrd="0" destOrd="7" presId="urn:microsoft.com/office/officeart/2005/8/layout/list1"/>
    <dgm:cxn modelId="{CAF91AE4-F534-284C-B90F-25EF2097AEF1}" srcId="{162F9166-4AE9-4DA2-B0AE-433BA3FE6DB7}" destId="{B0E1940F-7C74-4E42-B33D-ECFFF6F01512}" srcOrd="8" destOrd="0" parTransId="{DD2D64F7-B808-5848-9738-0199E4604454}" sibTransId="{3F0182B5-3435-1F41-8FA1-B31DC1FBEC3A}"/>
    <dgm:cxn modelId="{4B9BC0E5-859A-7A45-9773-5B801AEFFD63}" type="presOf" srcId="{B0E1940F-7C74-4E42-B33D-ECFFF6F01512}" destId="{389FED8C-1943-494A-9799-D4EEB7F43B23}" srcOrd="0" destOrd="8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Research Objectives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BD89E664-908F-FD4A-A954-E72A9F83D900}">
      <dgm:prSet/>
      <dgm:spPr/>
      <dgm:t>
        <a:bodyPr/>
        <a:lstStyle/>
        <a:p>
          <a:endParaRPr lang="en-US" dirty="0"/>
        </a:p>
      </dgm:t>
    </dgm:pt>
    <dgm:pt modelId="{BF7690B4-3B66-A04D-84C1-68BCF365E69A}" type="parTrans" cxnId="{34DF8CA4-2338-D842-95E5-EB0DE53276A6}">
      <dgm:prSet/>
      <dgm:spPr/>
      <dgm:t>
        <a:bodyPr/>
        <a:lstStyle/>
        <a:p>
          <a:endParaRPr lang="en-US"/>
        </a:p>
      </dgm:t>
    </dgm:pt>
    <dgm:pt modelId="{F6FFDC4B-1454-A649-AD90-D31D154CD21D}" type="sibTrans" cxnId="{34DF8CA4-2338-D842-95E5-EB0DE53276A6}">
      <dgm:prSet/>
      <dgm:spPr/>
      <dgm:t>
        <a:bodyPr/>
        <a:lstStyle/>
        <a:p>
          <a:endParaRPr lang="en-US"/>
        </a:p>
      </dgm:t>
    </dgm:pt>
    <dgm:pt modelId="{AF0AE206-A143-1949-BDC7-930E4895CD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u="none" dirty="0"/>
            <a:t>Preprocessing:</a:t>
          </a:r>
          <a:r>
            <a:rPr lang="en-US" b="0" i="0" u="none" dirty="0"/>
            <a:t> Implement techniques to enhance image quality and handle varying lighting/weather</a:t>
          </a:r>
          <a:endParaRPr lang="en-US" dirty="0"/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5D591DEE-27F6-8F45-8E15-B7299B7C03D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u="none" dirty="0"/>
            <a:t>Model Development:</a:t>
          </a:r>
          <a:r>
            <a:rPr lang="en-US" b="0" i="0" u="none" dirty="0"/>
            <a:t> Design and implement multiple deep learning architectures (YOLO, Faster R-CNN, SSD)</a:t>
          </a:r>
          <a:endParaRPr lang="en-US" dirty="0"/>
        </a:p>
      </dgm:t>
    </dgm:pt>
    <dgm:pt modelId="{B4BC9CE3-703D-294E-9957-63F6B9699671}" type="parTrans" cxnId="{FE0F8182-A09C-6549-99E8-8BC3924024C5}">
      <dgm:prSet/>
      <dgm:spPr/>
      <dgm:t>
        <a:bodyPr/>
        <a:lstStyle/>
        <a:p>
          <a:endParaRPr lang="en-US"/>
        </a:p>
      </dgm:t>
    </dgm:pt>
    <dgm:pt modelId="{DBDD41D2-0EA9-7A4C-9475-4D236F38F4C9}" type="sibTrans" cxnId="{FE0F8182-A09C-6549-99E8-8BC3924024C5}">
      <dgm:prSet/>
      <dgm:spPr/>
      <dgm:t>
        <a:bodyPr/>
        <a:lstStyle/>
        <a:p>
          <a:endParaRPr lang="en-US"/>
        </a:p>
      </dgm:t>
    </dgm:pt>
    <dgm:pt modelId="{FD9F4630-7E87-D444-9A6C-233B2B0804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u="none" dirty="0"/>
            <a:t>Robustness Testing:</a:t>
          </a:r>
          <a:r>
            <a:rPr lang="en-US" b="0" i="0" u="none" dirty="0"/>
            <a:t> Evaluate performance under adverse environmental conditions</a:t>
          </a:r>
          <a:endParaRPr lang="en-US" dirty="0"/>
        </a:p>
      </dgm:t>
    </dgm:pt>
    <dgm:pt modelId="{70DA1986-3F7E-CD41-8A18-5089ADB910AE}" type="parTrans" cxnId="{10684980-49F4-544D-83EF-0DB1B9C9AE60}">
      <dgm:prSet/>
      <dgm:spPr/>
      <dgm:t>
        <a:bodyPr/>
        <a:lstStyle/>
        <a:p>
          <a:endParaRPr lang="en-US"/>
        </a:p>
      </dgm:t>
    </dgm:pt>
    <dgm:pt modelId="{2F15C579-F900-6746-97BA-BC7EDADE64AB}" type="sibTrans" cxnId="{10684980-49F4-544D-83EF-0DB1B9C9AE60}">
      <dgm:prSet/>
      <dgm:spPr/>
      <dgm:t>
        <a:bodyPr/>
        <a:lstStyle/>
        <a:p>
          <a:endParaRPr lang="en-US"/>
        </a:p>
      </dgm:t>
    </dgm:pt>
    <dgm:pt modelId="{9F7931C3-81FA-454C-9E92-55381602B9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u="none" dirty="0"/>
            <a:t>Optimization:</a:t>
          </a:r>
          <a:r>
            <a:rPr lang="en-US" b="0" i="0" u="none" dirty="0"/>
            <a:t> Identify optimal model(s) balancing accuracy, recall, and precision</a:t>
          </a:r>
          <a:endParaRPr lang="en-US" dirty="0"/>
        </a:p>
      </dgm:t>
    </dgm:pt>
    <dgm:pt modelId="{284967F3-E726-A94B-AA0F-290B2C75B1AF}" type="parTrans" cxnId="{E8FEC80F-5604-454A-90B0-FB4B041E508D}">
      <dgm:prSet/>
      <dgm:spPr/>
      <dgm:t>
        <a:bodyPr/>
        <a:lstStyle/>
        <a:p>
          <a:endParaRPr lang="en-US"/>
        </a:p>
      </dgm:t>
    </dgm:pt>
    <dgm:pt modelId="{E850825C-D41A-CF49-85ED-507A186ABF68}" type="sibTrans" cxnId="{E8FEC80F-5604-454A-90B0-FB4B041E508D}">
      <dgm:prSet/>
      <dgm:spPr/>
      <dgm:t>
        <a:bodyPr/>
        <a:lstStyle/>
        <a:p>
          <a:endParaRPr lang="en-US"/>
        </a:p>
      </dgm:t>
    </dgm:pt>
    <dgm:pt modelId="{8F9D8929-542B-0640-9660-73F2273D2AD2}">
      <dgm:prSet/>
      <dgm:spPr/>
      <dgm:t>
        <a:bodyPr/>
        <a:lstStyle/>
        <a:p>
          <a:pPr>
            <a:buNone/>
          </a:pPr>
          <a:r>
            <a:rPr lang="en-US" b="1" dirty="0"/>
            <a:t>In Scope:</a:t>
          </a:r>
          <a:endParaRPr lang="en-US" dirty="0"/>
        </a:p>
      </dgm:t>
    </dgm:pt>
    <dgm:pt modelId="{BD8B9FAB-F414-6A4A-AC2B-E3B6A6710DDE}" type="parTrans" cxnId="{0C53FB9D-0F51-074E-ABEE-D9C1CCBED60D}">
      <dgm:prSet/>
      <dgm:spPr/>
    </dgm:pt>
    <dgm:pt modelId="{E00F3483-F891-7B4E-8402-2A9D2CEE5153}" type="sibTrans" cxnId="{0C53FB9D-0F51-074E-ABEE-D9C1CCBED60D}">
      <dgm:prSet/>
      <dgm:spPr/>
    </dgm:pt>
    <dgm:pt modelId="{99F1CDF0-5C9E-5745-9CDC-42EC91B3DA0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Image-based detection</a:t>
          </a:r>
        </a:p>
      </dgm:t>
    </dgm:pt>
    <dgm:pt modelId="{942AADF5-E22D-C24D-9D41-D8F63A04AC36}" type="parTrans" cxnId="{9418ABC6-9EF0-C944-82F3-93C81BE29546}">
      <dgm:prSet/>
      <dgm:spPr/>
      <dgm:t>
        <a:bodyPr/>
        <a:lstStyle/>
        <a:p>
          <a:endParaRPr lang="en-US"/>
        </a:p>
      </dgm:t>
    </dgm:pt>
    <dgm:pt modelId="{B3CBEA34-7609-A848-B309-FBF409331DC8}" type="sibTrans" cxnId="{9418ABC6-9EF0-C944-82F3-93C81BE29546}">
      <dgm:prSet/>
      <dgm:spPr/>
      <dgm:t>
        <a:bodyPr/>
        <a:lstStyle/>
        <a:p>
          <a:endParaRPr lang="en-US"/>
        </a:p>
      </dgm:t>
    </dgm:pt>
    <dgm:pt modelId="{CD6D28DB-1373-2043-8384-B253DC4A92D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Adverse environmental conditions (lighting, road surface)</a:t>
          </a:r>
        </a:p>
      </dgm:t>
    </dgm:pt>
    <dgm:pt modelId="{DBB44327-8638-A949-BB19-C0E29F68323C}" type="parTrans" cxnId="{8708C080-94B7-E449-A9D8-5995911C0E43}">
      <dgm:prSet/>
      <dgm:spPr/>
      <dgm:t>
        <a:bodyPr/>
        <a:lstStyle/>
        <a:p>
          <a:endParaRPr lang="en-US"/>
        </a:p>
      </dgm:t>
    </dgm:pt>
    <dgm:pt modelId="{71FC0415-925E-FB4C-B70D-8885FD107244}" type="sibTrans" cxnId="{8708C080-94B7-E449-A9D8-5995911C0E43}">
      <dgm:prSet/>
      <dgm:spPr/>
      <dgm:t>
        <a:bodyPr/>
        <a:lstStyle/>
        <a:p>
          <a:endParaRPr lang="en-US"/>
        </a:p>
      </dgm:t>
    </dgm:pt>
    <dgm:pt modelId="{399ABA5E-2D1B-4842-B735-59219CB1736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ML/DL model development &amp; comparison</a:t>
          </a:r>
        </a:p>
      </dgm:t>
    </dgm:pt>
    <dgm:pt modelId="{B95E537E-37C3-BE4F-A41E-DD43B973236C}" type="parTrans" cxnId="{96806449-7641-154A-BFC3-C1AA34124E23}">
      <dgm:prSet/>
      <dgm:spPr/>
      <dgm:t>
        <a:bodyPr/>
        <a:lstStyle/>
        <a:p>
          <a:endParaRPr lang="en-US"/>
        </a:p>
      </dgm:t>
    </dgm:pt>
    <dgm:pt modelId="{16CED196-D885-4A42-BE5F-D2A1A9804E4F}" type="sibTrans" cxnId="{96806449-7641-154A-BFC3-C1AA34124E23}">
      <dgm:prSet/>
      <dgm:spPr/>
      <dgm:t>
        <a:bodyPr/>
        <a:lstStyle/>
        <a:p>
          <a:endParaRPr lang="en-US"/>
        </a:p>
      </dgm:t>
    </dgm:pt>
    <dgm:pt modelId="{BEB63CFE-7298-434E-A96A-E4AC271EC7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Metrics: Accuracy, Precision, Recall, F1-score</a:t>
          </a:r>
        </a:p>
      </dgm:t>
    </dgm:pt>
    <dgm:pt modelId="{178F1773-7064-7440-8480-00F385728BB8}" type="parTrans" cxnId="{02ADBD57-B912-6E4A-BD7B-71EED696ACA4}">
      <dgm:prSet/>
      <dgm:spPr/>
      <dgm:t>
        <a:bodyPr/>
        <a:lstStyle/>
        <a:p>
          <a:endParaRPr lang="en-US"/>
        </a:p>
      </dgm:t>
    </dgm:pt>
    <dgm:pt modelId="{FD4A5F75-E125-4549-B11F-ED9FF3F9FC70}" type="sibTrans" cxnId="{02ADBD57-B912-6E4A-BD7B-71EED696ACA4}">
      <dgm:prSet/>
      <dgm:spPr/>
      <dgm:t>
        <a:bodyPr/>
        <a:lstStyle/>
        <a:p>
          <a:endParaRPr lang="en-US"/>
        </a:p>
      </dgm:t>
    </dgm:pt>
    <dgm:pt modelId="{3E6402D1-334D-F645-BEB1-9D31078B22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13DDF43-834D-A044-A30D-F01875F87D2D}" type="parTrans" cxnId="{3D5905CE-6510-1B44-8444-B9BF0E166FF7}">
      <dgm:prSet/>
      <dgm:spPr/>
    </dgm:pt>
    <dgm:pt modelId="{FE18ED7B-94AD-F148-8780-72994AA587CF}" type="sibTrans" cxnId="{3D5905CE-6510-1B44-8444-B9BF0E166FF7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8FEC80F-5604-454A-90B0-FB4B041E508D}" srcId="{162F9166-4AE9-4DA2-B0AE-433BA3FE6DB7}" destId="{9F7931C3-81FA-454C-9E92-55381602B942}" srcOrd="3" destOrd="0" parTransId="{284967F3-E726-A94B-AA0F-290B2C75B1AF}" sibTransId="{E850825C-D41A-CF49-85ED-507A186ABF68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F73D7E24-AAC2-7F48-9474-0466A78A3FEC}" type="presOf" srcId="{399ABA5E-2D1B-4842-B735-59219CB1736C}" destId="{389FED8C-1943-494A-9799-D4EEB7F43B23}" srcOrd="0" destOrd="8" presId="urn:microsoft.com/office/officeart/2005/8/layout/list1"/>
    <dgm:cxn modelId="{7CC7563A-1C50-A540-8364-ACB256741644}" type="presOf" srcId="{9F7931C3-81FA-454C-9E92-55381602B942}" destId="{389FED8C-1943-494A-9799-D4EEB7F43B23}" srcOrd="0" destOrd="3" presId="urn:microsoft.com/office/officeart/2005/8/layout/list1"/>
    <dgm:cxn modelId="{96806449-7641-154A-BFC3-C1AA34124E23}" srcId="{162F9166-4AE9-4DA2-B0AE-433BA3FE6DB7}" destId="{399ABA5E-2D1B-4842-B735-59219CB1736C}" srcOrd="8" destOrd="0" parTransId="{B95E537E-37C3-BE4F-A41E-DD43B973236C}" sibTransId="{16CED196-D885-4A42-BE5F-D2A1A9804E4F}"/>
    <dgm:cxn modelId="{EFD32B51-065B-824F-8A03-5150DB1B4209}" type="presOf" srcId="{FD9F4630-7E87-D444-9A6C-233B2B080448}" destId="{389FED8C-1943-494A-9799-D4EEB7F43B23}" srcOrd="0" destOrd="2" presId="urn:microsoft.com/office/officeart/2005/8/layout/list1"/>
    <dgm:cxn modelId="{02ADBD57-B912-6E4A-BD7B-71EED696ACA4}" srcId="{162F9166-4AE9-4DA2-B0AE-433BA3FE6DB7}" destId="{BEB63CFE-7298-434E-A96A-E4AC271EC7B6}" srcOrd="9" destOrd="0" parTransId="{178F1773-7064-7440-8480-00F385728BB8}" sibTransId="{FD4A5F75-E125-4549-B11F-ED9FF3F9FC70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5147907C-FADC-CF4A-9005-C61088C3E9F7}" type="presOf" srcId="{CD6D28DB-1373-2043-8384-B253DC4A92DF}" destId="{389FED8C-1943-494A-9799-D4EEB7F43B23}" srcOrd="0" destOrd="7" presId="urn:microsoft.com/office/officeart/2005/8/layout/list1"/>
    <dgm:cxn modelId="{0953867D-FDC3-544A-87EC-E272B217B834}" type="presOf" srcId="{99F1CDF0-5C9E-5745-9CDC-42EC91B3DA0E}" destId="{389FED8C-1943-494A-9799-D4EEB7F43B23}" srcOrd="0" destOrd="6" presId="urn:microsoft.com/office/officeart/2005/8/layout/list1"/>
    <dgm:cxn modelId="{10684980-49F4-544D-83EF-0DB1B9C9AE60}" srcId="{162F9166-4AE9-4DA2-B0AE-433BA3FE6DB7}" destId="{FD9F4630-7E87-D444-9A6C-233B2B080448}" srcOrd="2" destOrd="0" parTransId="{70DA1986-3F7E-CD41-8A18-5089ADB910AE}" sibTransId="{2F15C579-F900-6746-97BA-BC7EDADE64AB}"/>
    <dgm:cxn modelId="{8708C080-94B7-E449-A9D8-5995911C0E43}" srcId="{162F9166-4AE9-4DA2-B0AE-433BA3FE6DB7}" destId="{CD6D28DB-1373-2043-8384-B253DC4A92DF}" srcOrd="7" destOrd="0" parTransId="{DBB44327-8638-A949-BB19-C0E29F68323C}" sibTransId="{71FC0415-925E-FB4C-B70D-8885FD107244}"/>
    <dgm:cxn modelId="{FE0F8182-A09C-6549-99E8-8BC3924024C5}" srcId="{162F9166-4AE9-4DA2-B0AE-433BA3FE6DB7}" destId="{5D591DEE-27F6-8F45-8E15-B7299B7C03D3}" srcOrd="1" destOrd="0" parTransId="{B4BC9CE3-703D-294E-9957-63F6B9699671}" sibTransId="{DBDD41D2-0EA9-7A4C-9475-4D236F38F4C9}"/>
    <dgm:cxn modelId="{5B3BF28D-9C9C-0940-9E1C-72A70F9CA070}" type="presOf" srcId="{8F9D8929-542B-0640-9660-73F2273D2AD2}" destId="{389FED8C-1943-494A-9799-D4EEB7F43B23}" srcOrd="0" destOrd="5" presId="urn:microsoft.com/office/officeart/2005/8/layout/list1"/>
    <dgm:cxn modelId="{43ED2D8E-CC4A-2745-A9F9-F3A27F7CE70E}" type="presOf" srcId="{BEB63CFE-7298-434E-A96A-E4AC271EC7B6}" destId="{389FED8C-1943-494A-9799-D4EEB7F43B23}" srcOrd="0" destOrd="9" presId="urn:microsoft.com/office/officeart/2005/8/layout/list1"/>
    <dgm:cxn modelId="{0C53FB9D-0F51-074E-ABEE-D9C1CCBED60D}" srcId="{162F9166-4AE9-4DA2-B0AE-433BA3FE6DB7}" destId="{8F9D8929-542B-0640-9660-73F2273D2AD2}" srcOrd="5" destOrd="0" parTransId="{BD8B9FAB-F414-6A4A-AC2B-E3B6A6710DDE}" sibTransId="{E00F3483-F891-7B4E-8402-2A9D2CEE5153}"/>
    <dgm:cxn modelId="{34DF8CA4-2338-D842-95E5-EB0DE53276A6}" srcId="{162F9166-4AE9-4DA2-B0AE-433BA3FE6DB7}" destId="{BD89E664-908F-FD4A-A954-E72A9F83D900}" srcOrd="10" destOrd="0" parTransId="{BF7690B4-3B66-A04D-84C1-68BCF365E69A}" sibTransId="{F6FFDC4B-1454-A649-AD90-D31D154CD21D}"/>
    <dgm:cxn modelId="{654103C1-4307-4047-AFF7-5F029AD74058}" type="presOf" srcId="{3E6402D1-334D-F645-BEB1-9D31078B22CC}" destId="{389FED8C-1943-494A-9799-D4EEB7F43B23}" srcOrd="0" destOrd="4" presId="urn:microsoft.com/office/officeart/2005/8/layout/list1"/>
    <dgm:cxn modelId="{9418ABC6-9EF0-C944-82F3-93C81BE29546}" srcId="{162F9166-4AE9-4DA2-B0AE-433BA3FE6DB7}" destId="{99F1CDF0-5C9E-5745-9CDC-42EC91B3DA0E}" srcOrd="6" destOrd="0" parTransId="{942AADF5-E22D-C24D-9D41-D8F63A04AC36}" sibTransId="{B3CBEA34-7609-A848-B309-FBF409331DC8}"/>
    <dgm:cxn modelId="{3D5905CE-6510-1B44-8444-B9BF0E166FF7}" srcId="{162F9166-4AE9-4DA2-B0AE-433BA3FE6DB7}" destId="{3E6402D1-334D-F645-BEB1-9D31078B22CC}" srcOrd="4" destOrd="0" parTransId="{F13DDF43-834D-A044-A30D-F01875F87D2D}" sibTransId="{FE18ED7B-94AD-F148-8780-72994AA587C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0" presId="urn:microsoft.com/office/officeart/2005/8/layout/list1"/>
    <dgm:cxn modelId="{24C49ED9-96B5-6945-8EBF-E4CFD0BEFACB}" type="presOf" srcId="{BD89E664-908F-FD4A-A954-E72A9F83D900}" destId="{389FED8C-1943-494A-9799-D4EEB7F43B23}" srcOrd="0" destOrd="10" presId="urn:microsoft.com/office/officeart/2005/8/layout/list1"/>
    <dgm:cxn modelId="{A2AF49DA-E735-4343-9D07-F430910A71E4}" srcId="{162F9166-4AE9-4DA2-B0AE-433BA3FE6DB7}" destId="{AF0AE206-A143-1949-BDC7-930E4895CD68}" srcOrd="0" destOrd="0" parTransId="{2AC3B198-190F-3F48-ACC0-67762557F6C3}" sibTransId="{9A7B875C-E40D-BF46-8839-A8C43D628BD8}"/>
    <dgm:cxn modelId="{6A9989EA-34AD-F04C-A423-8FBE4D4D8187}" type="presOf" srcId="{5D591DEE-27F6-8F45-8E15-B7299B7C03D3}" destId="{389FED8C-1943-494A-9799-D4EEB7F43B23}" srcOrd="0" destOrd="1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Literature Review - Evolution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F0AE206-A143-1949-BDC7-930E4895CD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17ADF9EE-1499-724A-B324-F54C9F3F90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2B88002D-42D2-B34C-8FE2-F24AD98F1521}" type="parTrans" cxnId="{A9981050-EC2A-E846-B3F2-6B9346A1358B}">
      <dgm:prSet/>
      <dgm:spPr/>
      <dgm:t>
        <a:bodyPr/>
        <a:lstStyle/>
        <a:p>
          <a:endParaRPr lang="en-US"/>
        </a:p>
      </dgm:t>
    </dgm:pt>
    <dgm:pt modelId="{544A4140-4AE2-BD44-95DF-5171DEC47524}" type="sibTrans" cxnId="{A9981050-EC2A-E846-B3F2-6B9346A1358B}">
      <dgm:prSet/>
      <dgm:spPr/>
      <dgm:t>
        <a:bodyPr/>
        <a:lstStyle/>
        <a:p>
          <a:endParaRPr lang="en-US"/>
        </a:p>
      </dgm:t>
    </dgm:pt>
    <dgm:pt modelId="{1F63BAEA-1D46-2847-A7F4-8377742666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37956288-8568-214A-AF15-95F22AB7B334}" type="parTrans" cxnId="{628007DE-4C82-D448-A645-B216EFE0C09B}">
      <dgm:prSet/>
      <dgm:spPr/>
      <dgm:t>
        <a:bodyPr/>
        <a:lstStyle/>
        <a:p>
          <a:endParaRPr lang="en-US"/>
        </a:p>
      </dgm:t>
    </dgm:pt>
    <dgm:pt modelId="{F5169BBF-E3C1-D04F-B095-3CD968FD6900}" type="sibTrans" cxnId="{628007DE-4C82-D448-A645-B216EFE0C09B}">
      <dgm:prSet/>
      <dgm:spPr/>
      <dgm:t>
        <a:bodyPr/>
        <a:lstStyle/>
        <a:p>
          <a:endParaRPr lang="en-US"/>
        </a:p>
      </dgm:t>
    </dgm:pt>
    <dgm:pt modelId="{B4DD9A6D-18C8-4D42-B64A-20155B1DA85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01A74FF8-8CBC-524D-872A-4E7A5744D1C9}" type="parTrans" cxnId="{57847CA3-3DAA-4347-8B90-3068C759B98C}">
      <dgm:prSet/>
      <dgm:spPr/>
      <dgm:t>
        <a:bodyPr/>
        <a:lstStyle/>
        <a:p>
          <a:endParaRPr lang="en-US"/>
        </a:p>
      </dgm:t>
    </dgm:pt>
    <dgm:pt modelId="{3DADA98E-38B1-1746-B02A-2F332A61ED34}" type="sibTrans" cxnId="{57847CA3-3DAA-4347-8B90-3068C759B98C}">
      <dgm:prSet/>
      <dgm:spPr/>
      <dgm:t>
        <a:bodyPr/>
        <a:lstStyle/>
        <a:p>
          <a:endParaRPr lang="en-US"/>
        </a:p>
      </dgm:t>
    </dgm:pt>
    <dgm:pt modelId="{B13DF2A7-3E16-3B4C-83F8-3E60B646B81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CB190A82-527C-0D4C-A685-2781E8550692}" type="parTrans" cxnId="{51D8D67E-BA28-9740-95CE-204AD9A8F1F5}">
      <dgm:prSet/>
      <dgm:spPr/>
      <dgm:t>
        <a:bodyPr/>
        <a:lstStyle/>
        <a:p>
          <a:endParaRPr lang="en-US"/>
        </a:p>
      </dgm:t>
    </dgm:pt>
    <dgm:pt modelId="{58A02FE9-3A47-024B-A3AB-00EE3A77A075}" type="sibTrans" cxnId="{51D8D67E-BA28-9740-95CE-204AD9A8F1F5}">
      <dgm:prSet/>
      <dgm:spPr/>
      <dgm:t>
        <a:bodyPr/>
        <a:lstStyle/>
        <a:p>
          <a:endParaRPr lang="en-US"/>
        </a:p>
      </dgm:t>
    </dgm:pt>
    <dgm:pt modelId="{8DE20577-34D3-AF4F-8C38-0B4FE73AF96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3ABDFF9-E51D-9D4F-9D12-9CE6487E0DBC}" type="parTrans" cxnId="{0B6E02D0-C2D6-2240-A2F1-BACBC9F86923}">
      <dgm:prSet/>
      <dgm:spPr/>
      <dgm:t>
        <a:bodyPr/>
        <a:lstStyle/>
        <a:p>
          <a:endParaRPr lang="en-US"/>
        </a:p>
      </dgm:t>
    </dgm:pt>
    <dgm:pt modelId="{EADCC66A-5A32-AC4A-B8EB-9C46DB757B60}" type="sibTrans" cxnId="{0B6E02D0-C2D6-2240-A2F1-BACBC9F86923}">
      <dgm:prSet/>
      <dgm:spPr/>
      <dgm:t>
        <a:bodyPr/>
        <a:lstStyle/>
        <a:p>
          <a:endParaRPr lang="en-US"/>
        </a:p>
      </dgm:t>
    </dgm:pt>
    <dgm:pt modelId="{22EA8000-67EE-054C-986E-4B7F986C21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BF9E9655-E247-DE48-B023-021300EEBBD8}" type="parTrans" cxnId="{54ACBB36-B205-2449-8159-DE4C02E1FFC2}">
      <dgm:prSet/>
      <dgm:spPr/>
      <dgm:t>
        <a:bodyPr/>
        <a:lstStyle/>
        <a:p>
          <a:endParaRPr lang="en-US"/>
        </a:p>
      </dgm:t>
    </dgm:pt>
    <dgm:pt modelId="{13FD853E-E378-FE4A-B6E6-83594F067308}" type="sibTrans" cxnId="{54ACBB36-B205-2449-8159-DE4C02E1FFC2}">
      <dgm:prSet/>
      <dgm:spPr/>
      <dgm:t>
        <a:bodyPr/>
        <a:lstStyle/>
        <a:p>
          <a:endParaRPr lang="en-US"/>
        </a:p>
      </dgm:t>
    </dgm:pt>
    <dgm:pt modelId="{889ECD6A-BDDF-1344-8288-8C157BA7EAE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9A176178-1467-5144-92CC-46D4AED343F4}" type="parTrans" cxnId="{87FCA869-C096-F344-9156-D449F0248DC3}">
      <dgm:prSet/>
      <dgm:spPr/>
      <dgm:t>
        <a:bodyPr/>
        <a:lstStyle/>
        <a:p>
          <a:endParaRPr lang="en-US"/>
        </a:p>
      </dgm:t>
    </dgm:pt>
    <dgm:pt modelId="{82CFC7DF-2D4D-6B47-8B28-09B6B7C87AE7}" type="sibTrans" cxnId="{87FCA869-C096-F344-9156-D449F0248DC3}">
      <dgm:prSet/>
      <dgm:spPr/>
      <dgm:t>
        <a:bodyPr/>
        <a:lstStyle/>
        <a:p>
          <a:endParaRPr lang="en-US"/>
        </a:p>
      </dgm:t>
    </dgm:pt>
    <dgm:pt modelId="{AB3B4EE9-DA99-0F4A-BDB9-04B7CFFB261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63AB086D-11D7-CC45-84E1-5C4408B0855D}" type="parTrans" cxnId="{1A08000E-A93B-8540-B691-466DF8262733}">
      <dgm:prSet/>
      <dgm:spPr/>
      <dgm:t>
        <a:bodyPr/>
        <a:lstStyle/>
        <a:p>
          <a:endParaRPr lang="en-US"/>
        </a:p>
      </dgm:t>
    </dgm:pt>
    <dgm:pt modelId="{B359CBAC-5BDC-044F-9DFE-9305391C2145}" type="sibTrans" cxnId="{1A08000E-A93B-8540-B691-466DF8262733}">
      <dgm:prSet/>
      <dgm:spPr/>
      <dgm:t>
        <a:bodyPr/>
        <a:lstStyle/>
        <a:p>
          <a:endParaRPr lang="en-US"/>
        </a:p>
      </dgm:t>
    </dgm:pt>
    <dgm:pt modelId="{E4CC0B89-EDBE-6143-9E01-21EB90CA08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3426A6FE-4F08-074F-84FA-605D10D0AEF1}" type="parTrans" cxnId="{F2401206-AC74-894A-8D98-548C394FBE5A}">
      <dgm:prSet/>
      <dgm:spPr/>
      <dgm:t>
        <a:bodyPr/>
        <a:lstStyle/>
        <a:p>
          <a:endParaRPr lang="en-US"/>
        </a:p>
      </dgm:t>
    </dgm:pt>
    <dgm:pt modelId="{90A23801-A188-4941-A22F-1674647415B4}" type="sibTrans" cxnId="{F2401206-AC74-894A-8D98-548C394FBE5A}">
      <dgm:prSet/>
      <dgm:spPr/>
      <dgm:t>
        <a:bodyPr/>
        <a:lstStyle/>
        <a:p>
          <a:endParaRPr lang="en-US"/>
        </a:p>
      </dgm:t>
    </dgm:pt>
    <dgm:pt modelId="{3506CF12-0608-1D48-B1FB-1D7552700B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628AA7A-6D2E-E84E-A9C4-4DEB39A4F6B6}" type="parTrans" cxnId="{6C00B66C-B866-B746-A64B-C247B9E53DA8}">
      <dgm:prSet/>
      <dgm:spPr/>
      <dgm:t>
        <a:bodyPr/>
        <a:lstStyle/>
        <a:p>
          <a:endParaRPr lang="en-US"/>
        </a:p>
      </dgm:t>
    </dgm:pt>
    <dgm:pt modelId="{E6514334-51B7-094B-A984-C73D46BF5FCA}" type="sibTrans" cxnId="{6C00B66C-B866-B746-A64B-C247B9E53DA8}">
      <dgm:prSet/>
      <dgm:spPr/>
      <dgm:t>
        <a:bodyPr/>
        <a:lstStyle/>
        <a:p>
          <a:endParaRPr lang="en-US"/>
        </a:p>
      </dgm:t>
    </dgm:pt>
    <dgm:pt modelId="{9B68B57A-3F18-DE46-9681-49C362E2182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3F924FAB-EFE0-0542-883E-44ACDFE1B171}" type="parTrans" cxnId="{AC1CD565-F4DE-EB48-81F9-8FA334597F74}">
      <dgm:prSet/>
      <dgm:spPr/>
      <dgm:t>
        <a:bodyPr/>
        <a:lstStyle/>
        <a:p>
          <a:endParaRPr lang="en-US"/>
        </a:p>
      </dgm:t>
    </dgm:pt>
    <dgm:pt modelId="{73004430-AB4D-C84C-B225-5C452D30D832}" type="sibTrans" cxnId="{AC1CD565-F4DE-EB48-81F9-8FA334597F74}">
      <dgm:prSet/>
      <dgm:spPr/>
      <dgm:t>
        <a:bodyPr/>
        <a:lstStyle/>
        <a:p>
          <a:endParaRPr lang="en-US"/>
        </a:p>
      </dgm:t>
    </dgm:pt>
    <dgm:pt modelId="{015A2463-6726-B94D-A4C2-72CEAC9C00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0F014685-57E6-8F43-8197-28ABE0CA6A2F}" type="parTrans" cxnId="{E74EF0F7-7603-7048-B40D-95110A873549}">
      <dgm:prSet/>
      <dgm:spPr/>
      <dgm:t>
        <a:bodyPr/>
        <a:lstStyle/>
        <a:p>
          <a:endParaRPr lang="en-US"/>
        </a:p>
      </dgm:t>
    </dgm:pt>
    <dgm:pt modelId="{A97CF4A6-83E7-994B-BF8B-2C9C160549E2}" type="sibTrans" cxnId="{E74EF0F7-7603-7048-B40D-95110A873549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2401206-AC74-894A-8D98-548C394FBE5A}" srcId="{162F9166-4AE9-4DA2-B0AE-433BA3FE6DB7}" destId="{E4CC0B89-EDBE-6143-9E01-21EB90CA0810}" srcOrd="8" destOrd="0" parTransId="{3426A6FE-4F08-074F-84FA-605D10D0AEF1}" sibTransId="{90A23801-A188-4941-A22F-1674647415B4}"/>
    <dgm:cxn modelId="{1A08000E-A93B-8540-B691-466DF8262733}" srcId="{162F9166-4AE9-4DA2-B0AE-433BA3FE6DB7}" destId="{AB3B4EE9-DA99-0F4A-BDB9-04B7CFFB261A}" srcOrd="7" destOrd="0" parTransId="{63AB086D-11D7-CC45-84E1-5C4408B0855D}" sibTransId="{B359CBAC-5BDC-044F-9DFE-9305391C214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30EABD15-0E62-E942-8D0E-06472E899DAF}" type="presOf" srcId="{9B68B57A-3F18-DE46-9681-49C362E2182E}" destId="{389FED8C-1943-494A-9799-D4EEB7F43B23}" srcOrd="0" destOrd="1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38D2EE1B-C59B-7049-80FE-1969783988D4}" type="presOf" srcId="{B13DF2A7-3E16-3B4C-83F8-3E60B646B81C}" destId="{389FED8C-1943-494A-9799-D4EEB7F43B23}" srcOrd="0" destOrd="3" presId="urn:microsoft.com/office/officeart/2005/8/layout/list1"/>
    <dgm:cxn modelId="{B6CE3E20-740A-724B-AB76-2382609DADAE}" type="presOf" srcId="{17ADF9EE-1499-724A-B324-F54C9F3F904B}" destId="{389FED8C-1943-494A-9799-D4EEB7F43B23}" srcOrd="0" destOrd="0" presId="urn:microsoft.com/office/officeart/2005/8/layout/list1"/>
    <dgm:cxn modelId="{06170D31-EFE8-3341-A3F1-2D4E55869C15}" type="presOf" srcId="{889ECD6A-BDDF-1344-8288-8C157BA7EAE6}" destId="{389FED8C-1943-494A-9799-D4EEB7F43B23}" srcOrd="0" destOrd="6" presId="urn:microsoft.com/office/officeart/2005/8/layout/list1"/>
    <dgm:cxn modelId="{54ACBB36-B205-2449-8159-DE4C02E1FFC2}" srcId="{162F9166-4AE9-4DA2-B0AE-433BA3FE6DB7}" destId="{22EA8000-67EE-054C-986E-4B7F986C217C}" srcOrd="5" destOrd="0" parTransId="{BF9E9655-E247-DE48-B023-021300EEBBD8}" sibTransId="{13FD853E-E378-FE4A-B6E6-83594F067308}"/>
    <dgm:cxn modelId="{A9981050-EC2A-E846-B3F2-6B9346A1358B}" srcId="{162F9166-4AE9-4DA2-B0AE-433BA3FE6DB7}" destId="{17ADF9EE-1499-724A-B324-F54C9F3F904B}" srcOrd="0" destOrd="0" parTransId="{2B88002D-42D2-B34C-8FE2-F24AD98F1521}" sibTransId="{544A4140-4AE2-BD44-95DF-5171DEC47524}"/>
    <dgm:cxn modelId="{0F42A85C-F8A4-9A49-838D-8082F2804AB7}" type="presOf" srcId="{B4DD9A6D-18C8-4D42-B64A-20155B1DA852}" destId="{389FED8C-1943-494A-9799-D4EEB7F43B23}" srcOrd="0" destOrd="2" presId="urn:microsoft.com/office/officeart/2005/8/layout/list1"/>
    <dgm:cxn modelId="{AC1CD565-F4DE-EB48-81F9-8FA334597F74}" srcId="{162F9166-4AE9-4DA2-B0AE-433BA3FE6DB7}" destId="{9B68B57A-3F18-DE46-9681-49C362E2182E}" srcOrd="10" destOrd="0" parTransId="{3F924FAB-EFE0-0542-883E-44ACDFE1B171}" sibTransId="{73004430-AB4D-C84C-B225-5C452D30D832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87FCA869-C096-F344-9156-D449F0248DC3}" srcId="{162F9166-4AE9-4DA2-B0AE-433BA3FE6DB7}" destId="{889ECD6A-BDDF-1344-8288-8C157BA7EAE6}" srcOrd="6" destOrd="0" parTransId="{9A176178-1467-5144-92CC-46D4AED343F4}" sibTransId="{82CFC7DF-2D4D-6B47-8B28-09B6B7C87AE7}"/>
    <dgm:cxn modelId="{6C00B66C-B866-B746-A64B-C247B9E53DA8}" srcId="{162F9166-4AE9-4DA2-B0AE-433BA3FE6DB7}" destId="{3506CF12-0608-1D48-B1FB-1D7552700B9D}" srcOrd="9" destOrd="0" parTransId="{F628AA7A-6D2E-E84E-A9C4-4DEB39A4F6B6}" sibTransId="{E6514334-51B7-094B-A984-C73D46BF5FCA}"/>
    <dgm:cxn modelId="{C2F87179-222B-9A4A-9540-E1D8CEF6FE9E}" type="presOf" srcId="{E4CC0B89-EDBE-6143-9E01-21EB90CA0810}" destId="{389FED8C-1943-494A-9799-D4EEB7F43B23}" srcOrd="0" destOrd="8" presId="urn:microsoft.com/office/officeart/2005/8/layout/list1"/>
    <dgm:cxn modelId="{51D8D67E-BA28-9740-95CE-204AD9A8F1F5}" srcId="{162F9166-4AE9-4DA2-B0AE-433BA3FE6DB7}" destId="{B13DF2A7-3E16-3B4C-83F8-3E60B646B81C}" srcOrd="3" destOrd="0" parTransId="{CB190A82-527C-0D4C-A685-2781E8550692}" sibTransId="{58A02FE9-3A47-024B-A3AB-00EE3A77A075}"/>
    <dgm:cxn modelId="{DAA9DB85-A289-5044-B2E2-0EAA5B5B56AC}" type="presOf" srcId="{1F63BAEA-1D46-2847-A7F4-8377742666DC}" destId="{389FED8C-1943-494A-9799-D4EEB7F43B23}" srcOrd="0" destOrd="1" presId="urn:microsoft.com/office/officeart/2005/8/layout/list1"/>
    <dgm:cxn modelId="{9E190A98-B11F-5849-A65F-0CE0287975FE}" type="presOf" srcId="{AB3B4EE9-DA99-0F4A-BDB9-04B7CFFB261A}" destId="{389FED8C-1943-494A-9799-D4EEB7F43B23}" srcOrd="0" destOrd="7" presId="urn:microsoft.com/office/officeart/2005/8/layout/list1"/>
    <dgm:cxn modelId="{11613A9A-8537-444C-AD21-FF0F6165621E}" type="presOf" srcId="{8DE20577-34D3-AF4F-8C38-0B4FE73AF964}" destId="{389FED8C-1943-494A-9799-D4EEB7F43B23}" srcOrd="0" destOrd="4" presId="urn:microsoft.com/office/officeart/2005/8/layout/list1"/>
    <dgm:cxn modelId="{57847CA3-3DAA-4347-8B90-3068C759B98C}" srcId="{162F9166-4AE9-4DA2-B0AE-433BA3FE6DB7}" destId="{B4DD9A6D-18C8-4D42-B64A-20155B1DA852}" srcOrd="2" destOrd="0" parTransId="{01A74FF8-8CBC-524D-872A-4E7A5744D1C9}" sibTransId="{3DADA98E-38B1-1746-B02A-2F332A61ED34}"/>
    <dgm:cxn modelId="{544575BF-D538-8B48-A3D8-716FE9C68572}" type="presOf" srcId="{015A2463-6726-B94D-A4C2-72CEAC9C0026}" destId="{389FED8C-1943-494A-9799-D4EEB7F43B23}" srcOrd="0" destOrd="11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12" presId="urn:microsoft.com/office/officeart/2005/8/layout/list1"/>
    <dgm:cxn modelId="{0B6E02D0-C2D6-2240-A2F1-BACBC9F86923}" srcId="{162F9166-4AE9-4DA2-B0AE-433BA3FE6DB7}" destId="{8DE20577-34D3-AF4F-8C38-0B4FE73AF964}" srcOrd="4" destOrd="0" parTransId="{F3ABDFF9-E51D-9D4F-9D12-9CE6487E0DBC}" sibTransId="{EADCC66A-5A32-AC4A-B8EB-9C46DB757B60}"/>
    <dgm:cxn modelId="{A2AF49DA-E735-4343-9D07-F430910A71E4}" srcId="{162F9166-4AE9-4DA2-B0AE-433BA3FE6DB7}" destId="{AF0AE206-A143-1949-BDC7-930E4895CD68}" srcOrd="12" destOrd="0" parTransId="{2AC3B198-190F-3F48-ACC0-67762557F6C3}" sibTransId="{9A7B875C-E40D-BF46-8839-A8C43D628BD8}"/>
    <dgm:cxn modelId="{564BF1DB-D74D-0B43-BFD0-249AB543FA5A}" type="presOf" srcId="{22EA8000-67EE-054C-986E-4B7F986C217C}" destId="{389FED8C-1943-494A-9799-D4EEB7F43B23}" srcOrd="0" destOrd="5" presId="urn:microsoft.com/office/officeart/2005/8/layout/list1"/>
    <dgm:cxn modelId="{628007DE-4C82-D448-A645-B216EFE0C09B}" srcId="{162F9166-4AE9-4DA2-B0AE-433BA3FE6DB7}" destId="{1F63BAEA-1D46-2847-A7F4-8377742666DC}" srcOrd="1" destOrd="0" parTransId="{37956288-8568-214A-AF15-95F22AB7B334}" sibTransId="{F5169BBF-E3C1-D04F-B095-3CD968FD6900}"/>
    <dgm:cxn modelId="{D40108DE-BBA9-5E4D-82F3-587F54FD825E}" type="presOf" srcId="{3506CF12-0608-1D48-B1FB-1D7552700B9D}" destId="{389FED8C-1943-494A-9799-D4EEB7F43B23}" srcOrd="0" destOrd="9" presId="urn:microsoft.com/office/officeart/2005/8/layout/list1"/>
    <dgm:cxn modelId="{E74EF0F7-7603-7048-B40D-95110A873549}" srcId="{162F9166-4AE9-4DA2-B0AE-433BA3FE6DB7}" destId="{015A2463-6726-B94D-A4C2-72CEAC9C0026}" srcOrd="11" destOrd="0" parTransId="{0F014685-57E6-8F43-8197-28ABE0CA6A2F}" sibTransId="{A97CF4A6-83E7-994B-BF8B-2C9C160549E2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Literature Review – Key Findings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D9A3D349-C93C-9B46-8C4C-683B6570841A}">
      <dgm:prSet/>
      <dgm:spPr/>
      <dgm:t>
        <a:bodyPr/>
        <a:lstStyle/>
        <a:p>
          <a:endParaRPr lang="en-US" dirty="0"/>
        </a:p>
      </dgm:t>
    </dgm:pt>
    <dgm:pt modelId="{3EFE443C-2DE6-1441-88E2-CF839BA09030}" type="parTrans" cxnId="{B94F2FE9-9CCE-7B4A-BE86-1AC2461AD547}">
      <dgm:prSet/>
      <dgm:spPr/>
      <dgm:t>
        <a:bodyPr/>
        <a:lstStyle/>
        <a:p>
          <a:endParaRPr lang="en-US"/>
        </a:p>
      </dgm:t>
    </dgm:pt>
    <dgm:pt modelId="{85B2A62D-2B7C-C045-8FD6-7E717033DE97}" type="sibTrans" cxnId="{B94F2FE9-9CCE-7B4A-BE86-1AC2461AD547}">
      <dgm:prSet/>
      <dgm:spPr/>
      <dgm:t>
        <a:bodyPr/>
        <a:lstStyle/>
        <a:p>
          <a:endParaRPr lang="en-US"/>
        </a:p>
      </dgm:t>
    </dgm:pt>
    <dgm:pt modelId="{C78F6783-2152-2049-ACB7-F8B919BE84A2}">
      <dgm:prSet/>
      <dgm:spPr/>
      <dgm:t>
        <a:bodyPr/>
        <a:lstStyle/>
        <a:p>
          <a:endParaRPr lang="en-US" dirty="0"/>
        </a:p>
      </dgm:t>
    </dgm:pt>
    <dgm:pt modelId="{C131E181-C816-6F4B-BE2E-237301754368}" type="parTrans" cxnId="{90A2F2B9-C12B-9F4C-B026-C37A8F6C9CC7}">
      <dgm:prSet/>
      <dgm:spPr/>
      <dgm:t>
        <a:bodyPr/>
        <a:lstStyle/>
        <a:p>
          <a:endParaRPr lang="en-US"/>
        </a:p>
      </dgm:t>
    </dgm:pt>
    <dgm:pt modelId="{1D3E97C2-14E1-314D-8D78-ECB48FD81057}" type="sibTrans" cxnId="{90A2F2B9-C12B-9F4C-B026-C37A8F6C9CC7}">
      <dgm:prSet/>
      <dgm:spPr/>
      <dgm:t>
        <a:bodyPr/>
        <a:lstStyle/>
        <a:p>
          <a:endParaRPr lang="en-US"/>
        </a:p>
      </dgm:t>
    </dgm:pt>
    <dgm:pt modelId="{15758846-ADEB-6E4B-9230-3AFAF002CA4B}">
      <dgm:prSet/>
      <dgm:spPr/>
      <dgm:t>
        <a:bodyPr/>
        <a:lstStyle/>
        <a:p>
          <a:endParaRPr lang="en-US" dirty="0"/>
        </a:p>
      </dgm:t>
    </dgm:pt>
    <dgm:pt modelId="{185D3B6D-D2C6-4B49-9DB7-AC3520927D21}" type="parTrans" cxnId="{C4214C19-9467-7646-8F48-A36408E839DF}">
      <dgm:prSet/>
      <dgm:spPr/>
      <dgm:t>
        <a:bodyPr/>
        <a:lstStyle/>
        <a:p>
          <a:endParaRPr lang="en-US"/>
        </a:p>
      </dgm:t>
    </dgm:pt>
    <dgm:pt modelId="{ABE5776D-77B1-5D43-A383-A3AD48F1689E}" type="sibTrans" cxnId="{C4214C19-9467-7646-8F48-A36408E839DF}">
      <dgm:prSet/>
      <dgm:spPr/>
      <dgm:t>
        <a:bodyPr/>
        <a:lstStyle/>
        <a:p>
          <a:endParaRPr lang="en-US"/>
        </a:p>
      </dgm:t>
    </dgm:pt>
    <dgm:pt modelId="{D6F933E5-580C-3543-8338-B32714402832}">
      <dgm:prSet/>
      <dgm:spPr/>
      <dgm:t>
        <a:bodyPr/>
        <a:lstStyle/>
        <a:p>
          <a:endParaRPr lang="en-US" dirty="0"/>
        </a:p>
      </dgm:t>
    </dgm:pt>
    <dgm:pt modelId="{B75B0798-5C61-E740-97E4-39B27E686852}" type="parTrans" cxnId="{22FD7447-1EC7-EF4E-9D29-F4FCB8CD0D13}">
      <dgm:prSet/>
      <dgm:spPr/>
      <dgm:t>
        <a:bodyPr/>
        <a:lstStyle/>
        <a:p>
          <a:endParaRPr lang="en-US"/>
        </a:p>
      </dgm:t>
    </dgm:pt>
    <dgm:pt modelId="{5E0A472C-8E73-AF41-A66B-99DBAC2ED7CF}" type="sibTrans" cxnId="{22FD7447-1EC7-EF4E-9D29-F4FCB8CD0D13}">
      <dgm:prSet/>
      <dgm:spPr/>
      <dgm:t>
        <a:bodyPr/>
        <a:lstStyle/>
        <a:p>
          <a:endParaRPr lang="en-US"/>
        </a:p>
      </dgm:t>
    </dgm:pt>
    <dgm:pt modelId="{DC878EA6-27C8-F843-9756-D55E078A54F2}">
      <dgm:prSet/>
      <dgm:spPr/>
      <dgm:t>
        <a:bodyPr/>
        <a:lstStyle/>
        <a:p>
          <a:endParaRPr lang="en-US" dirty="0"/>
        </a:p>
      </dgm:t>
    </dgm:pt>
    <dgm:pt modelId="{01C2F464-9D17-C243-87E0-95047D3EE333}" type="parTrans" cxnId="{87B342FD-8DA8-F840-BC5B-4EEC74DDAF7B}">
      <dgm:prSet/>
      <dgm:spPr/>
      <dgm:t>
        <a:bodyPr/>
        <a:lstStyle/>
        <a:p>
          <a:endParaRPr lang="en-US"/>
        </a:p>
      </dgm:t>
    </dgm:pt>
    <dgm:pt modelId="{206D9F43-C6A0-6046-AC98-4E987879372F}" type="sibTrans" cxnId="{87B342FD-8DA8-F840-BC5B-4EEC74DDAF7B}">
      <dgm:prSet/>
      <dgm:spPr/>
      <dgm:t>
        <a:bodyPr/>
        <a:lstStyle/>
        <a:p>
          <a:endParaRPr lang="en-US"/>
        </a:p>
      </dgm:t>
    </dgm:pt>
    <dgm:pt modelId="{2E77FCA3-768B-8844-BEE9-FEC1FA018204}">
      <dgm:prSet/>
      <dgm:spPr/>
      <dgm:t>
        <a:bodyPr/>
        <a:lstStyle/>
        <a:p>
          <a:endParaRPr lang="en-US" dirty="0"/>
        </a:p>
      </dgm:t>
    </dgm:pt>
    <dgm:pt modelId="{F0AF9BAB-69AF-B34A-95AB-DCE88B4E1350}" type="parTrans" cxnId="{A03FA1F8-2480-B542-9954-C86A1D9FEB1C}">
      <dgm:prSet/>
      <dgm:spPr/>
      <dgm:t>
        <a:bodyPr/>
        <a:lstStyle/>
        <a:p>
          <a:endParaRPr lang="en-US"/>
        </a:p>
      </dgm:t>
    </dgm:pt>
    <dgm:pt modelId="{33C4F84A-070F-674B-9D84-BC643EF6DD37}" type="sibTrans" cxnId="{A03FA1F8-2480-B542-9954-C86A1D9FEB1C}">
      <dgm:prSet/>
      <dgm:spPr/>
      <dgm:t>
        <a:bodyPr/>
        <a:lstStyle/>
        <a:p>
          <a:endParaRPr lang="en-US"/>
        </a:p>
      </dgm:t>
    </dgm:pt>
    <dgm:pt modelId="{E6EAAC35-8F1C-8D42-9F16-376FB4CC8AD3}">
      <dgm:prSet/>
      <dgm:spPr/>
      <dgm:t>
        <a:bodyPr/>
        <a:lstStyle/>
        <a:p>
          <a:endParaRPr lang="en-US" dirty="0"/>
        </a:p>
      </dgm:t>
    </dgm:pt>
    <dgm:pt modelId="{F15ECC17-6366-EC40-AB19-A9461D575503}" type="parTrans" cxnId="{E4769184-633A-624E-B113-606EC52B8C19}">
      <dgm:prSet/>
      <dgm:spPr/>
      <dgm:t>
        <a:bodyPr/>
        <a:lstStyle/>
        <a:p>
          <a:endParaRPr lang="en-US"/>
        </a:p>
      </dgm:t>
    </dgm:pt>
    <dgm:pt modelId="{6F5E5533-AA82-7842-9914-BB9630B95F4E}" type="sibTrans" cxnId="{E4769184-633A-624E-B113-606EC52B8C19}">
      <dgm:prSet/>
      <dgm:spPr/>
      <dgm:t>
        <a:bodyPr/>
        <a:lstStyle/>
        <a:p>
          <a:endParaRPr lang="en-US"/>
        </a:p>
      </dgm:t>
    </dgm:pt>
    <dgm:pt modelId="{3E6BAC66-9463-7B47-B21B-776322E8EBD0}">
      <dgm:prSet/>
      <dgm:spPr/>
      <dgm:t>
        <a:bodyPr/>
        <a:lstStyle/>
        <a:p>
          <a:pPr>
            <a:buNone/>
          </a:pPr>
          <a:r>
            <a:rPr lang="en-US" b="1" dirty="0"/>
            <a:t>G</a:t>
          </a:r>
          <a:endParaRPr lang="en-US" dirty="0"/>
        </a:p>
      </dgm:t>
    </dgm:pt>
    <dgm:pt modelId="{E2A76487-A241-5648-817A-C39B5478300B}" type="parTrans" cxnId="{FF74A3E8-0A5C-964B-A2B5-8BAA74730B7A}">
      <dgm:prSet/>
      <dgm:spPr/>
      <dgm:t>
        <a:bodyPr/>
        <a:lstStyle/>
        <a:p>
          <a:endParaRPr lang="en-US"/>
        </a:p>
      </dgm:t>
    </dgm:pt>
    <dgm:pt modelId="{03AFE2EB-422A-F843-86F7-E972FDC45F48}" type="sibTrans" cxnId="{FF74A3E8-0A5C-964B-A2B5-8BAA74730B7A}">
      <dgm:prSet/>
      <dgm:spPr/>
      <dgm:t>
        <a:bodyPr/>
        <a:lstStyle/>
        <a:p>
          <a:endParaRPr lang="en-US"/>
        </a:p>
      </dgm:t>
    </dgm:pt>
    <dgm:pt modelId="{729406C5-4215-AA4E-9954-ADF8C36E77D6}">
      <dgm:prSet/>
      <dgm:spPr/>
      <dgm:t>
        <a:bodyPr/>
        <a:lstStyle/>
        <a:p>
          <a:pPr>
            <a:buNone/>
          </a:pPr>
          <a:r>
            <a:rPr lang="en-US" b="1" dirty="0"/>
            <a:t>Gap Identified:</a:t>
          </a:r>
          <a:r>
            <a:rPr lang="en-US" dirty="0"/>
            <a:t> Need for robust detection under varying illumination and weather</a:t>
          </a:r>
        </a:p>
      </dgm:t>
    </dgm:pt>
    <dgm:pt modelId="{AB912633-CAA0-DF4D-A1B3-0C55751441F1}" type="parTrans" cxnId="{4115BFE5-373A-1A42-AE55-ED49B6350651}">
      <dgm:prSet/>
      <dgm:spPr/>
    </dgm:pt>
    <dgm:pt modelId="{2F2CE3F4-931A-204E-92E6-43D85B2642FC}" type="sibTrans" cxnId="{4115BFE5-373A-1A42-AE55-ED49B6350651}">
      <dgm:prSet/>
      <dgm:spPr/>
    </dgm:pt>
    <dgm:pt modelId="{692626A7-1B0C-804A-B9B6-AF4B4790E29B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D7E1C528-7A0B-224F-A4B3-6B666E019B9F}" type="parTrans" cxnId="{F7C8D457-0E51-7741-8709-76B0CEF9F6FB}">
      <dgm:prSet/>
      <dgm:spPr/>
    </dgm:pt>
    <dgm:pt modelId="{8D2E780F-DEBE-944F-B4DA-75670155F0ED}" type="sibTrans" cxnId="{F7C8D457-0E51-7741-8709-76B0CEF9F6FB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C4214C19-9467-7646-8F48-A36408E839DF}" srcId="{162F9166-4AE9-4DA2-B0AE-433BA3FE6DB7}" destId="{15758846-ADEB-6E4B-9230-3AFAF002CA4B}" srcOrd="3" destOrd="0" parTransId="{185D3B6D-D2C6-4B49-9DB7-AC3520927D21}" sibTransId="{ABE5776D-77B1-5D43-A383-A3AD48F1689E}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D1293F26-D7BC-884E-BF63-67F33EB6A4F6}" type="presOf" srcId="{15758846-ADEB-6E4B-9230-3AFAF002CA4B}" destId="{389FED8C-1943-494A-9799-D4EEB7F43B23}" srcOrd="0" destOrd="3" presId="urn:microsoft.com/office/officeart/2005/8/layout/list1"/>
    <dgm:cxn modelId="{1984F228-8F23-42F8-9CB5-1BB092B78E62}" srcId="{162F9166-4AE9-4DA2-B0AE-433BA3FE6DB7}" destId="{A47A003B-F1A4-438C-8016-9E15B9093622}" srcOrd="10" destOrd="0" parTransId="{99DC130E-21BA-4CF8-8629-EE1AD3C6D45E}" sibTransId="{32DEAC14-BCA4-439E-8DD1-DF373595F979}"/>
    <dgm:cxn modelId="{5BB24133-4AA4-9F48-B76D-31CF059CB150}" type="presOf" srcId="{D9A3D349-C93C-9B46-8C4C-683B6570841A}" destId="{389FED8C-1943-494A-9799-D4EEB7F43B23}" srcOrd="0" destOrd="0" presId="urn:microsoft.com/office/officeart/2005/8/layout/list1"/>
    <dgm:cxn modelId="{22FD7447-1EC7-EF4E-9D29-F4FCB8CD0D13}" srcId="{162F9166-4AE9-4DA2-B0AE-433BA3FE6DB7}" destId="{D6F933E5-580C-3543-8338-B32714402832}" srcOrd="4" destOrd="0" parTransId="{B75B0798-5C61-E740-97E4-39B27E686852}" sibTransId="{5E0A472C-8E73-AF41-A66B-99DBAC2ED7CF}"/>
    <dgm:cxn modelId="{F7C8D457-0E51-7741-8709-76B0CEF9F6FB}" srcId="{162F9166-4AE9-4DA2-B0AE-433BA3FE6DB7}" destId="{692626A7-1B0C-804A-B9B6-AF4B4790E29B}" srcOrd="8" destOrd="0" parTransId="{D7E1C528-7A0B-224F-A4B3-6B666E019B9F}" sibTransId="{8D2E780F-DEBE-944F-B4DA-75670155F0ED}"/>
    <dgm:cxn modelId="{7308315A-C730-EF4B-A382-F73A6CEBB34C}" type="presOf" srcId="{C78F6783-2152-2049-ACB7-F8B919BE84A2}" destId="{389FED8C-1943-494A-9799-D4EEB7F43B23}" srcOrd="0" destOrd="2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19E5A978-999F-DB47-B5DF-90D5918F6D31}" type="presOf" srcId="{729406C5-4215-AA4E-9954-ADF8C36E77D6}" destId="{389FED8C-1943-494A-9799-D4EEB7F43B23}" srcOrd="0" destOrd="9" presId="urn:microsoft.com/office/officeart/2005/8/layout/list1"/>
    <dgm:cxn modelId="{E4769184-633A-624E-B113-606EC52B8C19}" srcId="{162F9166-4AE9-4DA2-B0AE-433BA3FE6DB7}" destId="{E6EAAC35-8F1C-8D42-9F16-376FB4CC8AD3}" srcOrd="7" destOrd="0" parTransId="{F15ECC17-6366-EC40-AB19-A9461D575503}" sibTransId="{6F5E5533-AA82-7842-9914-BB9630B95F4E}"/>
    <dgm:cxn modelId="{82D4558B-DFEB-E04C-BD45-50BAAB34C23C}" type="presOf" srcId="{D6F933E5-580C-3543-8338-B32714402832}" destId="{389FED8C-1943-494A-9799-D4EEB7F43B23}" srcOrd="0" destOrd="4" presId="urn:microsoft.com/office/officeart/2005/8/layout/list1"/>
    <dgm:cxn modelId="{03D27B9B-9EE4-C449-A347-8F3E56C35E07}" type="presOf" srcId="{A47A003B-F1A4-438C-8016-9E15B9093622}" destId="{389FED8C-1943-494A-9799-D4EEB7F43B23}" srcOrd="0" destOrd="10" presId="urn:microsoft.com/office/officeart/2005/8/layout/list1"/>
    <dgm:cxn modelId="{56C6569F-1162-E944-9623-D2C0DA8EC1F7}" type="presOf" srcId="{3E6BAC66-9463-7B47-B21B-776322E8EBD0}" destId="{389FED8C-1943-494A-9799-D4EEB7F43B23}" srcOrd="0" destOrd="1" presId="urn:microsoft.com/office/officeart/2005/8/layout/list1"/>
    <dgm:cxn modelId="{90A2F2B9-C12B-9F4C-B026-C37A8F6C9CC7}" srcId="{162F9166-4AE9-4DA2-B0AE-433BA3FE6DB7}" destId="{C78F6783-2152-2049-ACB7-F8B919BE84A2}" srcOrd="2" destOrd="0" parTransId="{C131E181-C816-6F4B-BE2E-237301754368}" sibTransId="{1D3E97C2-14E1-314D-8D78-ECB48FD81057}"/>
    <dgm:cxn modelId="{205510C6-D6E4-A040-8CD3-67F5AF8F9A8A}" type="presOf" srcId="{692626A7-1B0C-804A-B9B6-AF4B4790E29B}" destId="{389FED8C-1943-494A-9799-D4EEB7F43B23}" srcOrd="0" destOrd="8" presId="urn:microsoft.com/office/officeart/2005/8/layout/list1"/>
    <dgm:cxn modelId="{362973CF-80F5-8A4C-9A84-D9F0FF7E3EF2}" type="presOf" srcId="{E6EAAC35-8F1C-8D42-9F16-376FB4CC8AD3}" destId="{389FED8C-1943-494A-9799-D4EEB7F43B23}" srcOrd="0" destOrd="7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B917F8E3-C643-DD43-87F6-E5E822305E68}" type="presOf" srcId="{DC878EA6-27C8-F843-9756-D55E078A54F2}" destId="{389FED8C-1943-494A-9799-D4EEB7F43B23}" srcOrd="0" destOrd="5" presId="urn:microsoft.com/office/officeart/2005/8/layout/list1"/>
    <dgm:cxn modelId="{4115BFE5-373A-1A42-AE55-ED49B6350651}" srcId="{162F9166-4AE9-4DA2-B0AE-433BA3FE6DB7}" destId="{729406C5-4215-AA4E-9954-ADF8C36E77D6}" srcOrd="9" destOrd="0" parTransId="{AB912633-CAA0-DF4D-A1B3-0C55751441F1}" sibTransId="{2F2CE3F4-931A-204E-92E6-43D85B2642FC}"/>
    <dgm:cxn modelId="{FF74A3E8-0A5C-964B-A2B5-8BAA74730B7A}" srcId="{162F9166-4AE9-4DA2-B0AE-433BA3FE6DB7}" destId="{3E6BAC66-9463-7B47-B21B-776322E8EBD0}" srcOrd="1" destOrd="0" parTransId="{E2A76487-A241-5648-817A-C39B5478300B}" sibTransId="{03AFE2EB-422A-F843-86F7-E972FDC45F48}"/>
    <dgm:cxn modelId="{B94F2FE9-9CCE-7B4A-BE86-1AC2461AD547}" srcId="{162F9166-4AE9-4DA2-B0AE-433BA3FE6DB7}" destId="{D9A3D349-C93C-9B46-8C4C-683B6570841A}" srcOrd="0" destOrd="0" parTransId="{3EFE443C-2DE6-1441-88E2-CF839BA09030}" sibTransId="{85B2A62D-2B7C-C045-8FD6-7E717033DE97}"/>
    <dgm:cxn modelId="{08170AEF-86A1-AE4A-842C-B33CAE28F0E7}" type="presOf" srcId="{2E77FCA3-768B-8844-BEE9-FEC1FA018204}" destId="{389FED8C-1943-494A-9799-D4EEB7F43B23}" srcOrd="0" destOrd="6" presId="urn:microsoft.com/office/officeart/2005/8/layout/list1"/>
    <dgm:cxn modelId="{A03FA1F8-2480-B542-9954-C86A1D9FEB1C}" srcId="{162F9166-4AE9-4DA2-B0AE-433BA3FE6DB7}" destId="{2E77FCA3-768B-8844-BEE9-FEC1FA018204}" srcOrd="6" destOrd="0" parTransId="{F0AF9BAB-69AF-B34A-95AB-DCE88B4E1350}" sibTransId="{33C4F84A-070F-674B-9D84-BC643EF6DD37}"/>
    <dgm:cxn modelId="{87B342FD-8DA8-F840-BC5B-4EEC74DDAF7B}" srcId="{162F9166-4AE9-4DA2-B0AE-433BA3FE6DB7}" destId="{DC878EA6-27C8-F843-9756-D55E078A54F2}" srcOrd="5" destOrd="0" parTransId="{01C2F464-9D17-C243-87E0-95047D3EE333}" sibTransId="{206D9F43-C6A0-6046-AC98-4E987879372F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Research Methodology – Pipeline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F0AE206-A143-1949-BDC7-930E4895CD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9F7931C3-81FA-454C-9E92-55381602B9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284967F3-E726-A94B-AA0F-290B2C75B1AF}" type="parTrans" cxnId="{E8FEC80F-5604-454A-90B0-FB4B041E508D}">
      <dgm:prSet/>
      <dgm:spPr/>
      <dgm:t>
        <a:bodyPr/>
        <a:lstStyle/>
        <a:p>
          <a:endParaRPr lang="en-US"/>
        </a:p>
      </dgm:t>
    </dgm:pt>
    <dgm:pt modelId="{E850825C-D41A-CF49-85ED-507A186ABF68}" type="sibTrans" cxnId="{E8FEC80F-5604-454A-90B0-FB4B041E508D}">
      <dgm:prSet/>
      <dgm:spPr/>
      <dgm:t>
        <a:bodyPr/>
        <a:lstStyle/>
        <a:p>
          <a:endParaRPr lang="en-US"/>
        </a:p>
      </dgm:t>
    </dgm:pt>
    <dgm:pt modelId="{3E6402D1-334D-F645-BEB1-9D31078B22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13DDF43-834D-A044-A30D-F01875F87D2D}" type="parTrans" cxnId="{3D5905CE-6510-1B44-8444-B9BF0E166FF7}">
      <dgm:prSet/>
      <dgm:spPr/>
      <dgm:t>
        <a:bodyPr/>
        <a:lstStyle/>
        <a:p>
          <a:endParaRPr lang="en-US"/>
        </a:p>
      </dgm:t>
    </dgm:pt>
    <dgm:pt modelId="{FE18ED7B-94AD-F148-8780-72994AA587CF}" type="sibTrans" cxnId="{3D5905CE-6510-1B44-8444-B9BF0E166FF7}">
      <dgm:prSet/>
      <dgm:spPr/>
      <dgm:t>
        <a:bodyPr/>
        <a:lstStyle/>
        <a:p>
          <a:endParaRPr lang="en-US"/>
        </a:p>
      </dgm:t>
    </dgm:pt>
    <dgm:pt modelId="{03B57A2E-A0D0-484D-B47F-2888A6718ED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E0BBC31-0BA5-7640-B0E1-1FFE63C65CC0}" type="parTrans" cxnId="{FCD3016C-9CFB-F043-B64A-D9CD7149138C}">
      <dgm:prSet/>
      <dgm:spPr/>
      <dgm:t>
        <a:bodyPr/>
        <a:lstStyle/>
        <a:p>
          <a:endParaRPr lang="en-US"/>
        </a:p>
      </dgm:t>
    </dgm:pt>
    <dgm:pt modelId="{118D32DC-E130-FC48-B4F6-33C63362E80E}" type="sibTrans" cxnId="{FCD3016C-9CFB-F043-B64A-D9CD7149138C}">
      <dgm:prSet/>
      <dgm:spPr/>
      <dgm:t>
        <a:bodyPr/>
        <a:lstStyle/>
        <a:p>
          <a:endParaRPr lang="en-US"/>
        </a:p>
      </dgm:t>
    </dgm:pt>
    <dgm:pt modelId="{2EAC2471-0213-8D4E-96F5-9225B3CAED39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dirty="0"/>
        </a:p>
      </dgm:t>
    </dgm:pt>
    <dgm:pt modelId="{12CED4B8-B7B4-5748-B786-C9CCBA22F2B3}" type="parTrans" cxnId="{6F86E04A-1451-7D4A-BB2B-D251CAB9A0D1}">
      <dgm:prSet/>
      <dgm:spPr/>
      <dgm:t>
        <a:bodyPr/>
        <a:lstStyle/>
        <a:p>
          <a:endParaRPr lang="en-US"/>
        </a:p>
      </dgm:t>
    </dgm:pt>
    <dgm:pt modelId="{6A963C87-DAD2-D748-B029-F4B99ADC8A26}" type="sibTrans" cxnId="{6F86E04A-1451-7D4A-BB2B-D251CAB9A0D1}">
      <dgm:prSet/>
      <dgm:spPr/>
      <dgm:t>
        <a:bodyPr/>
        <a:lstStyle/>
        <a:p>
          <a:endParaRPr lang="en-US"/>
        </a:p>
      </dgm:t>
    </dgm:pt>
    <dgm:pt modelId="{25633ED3-E22D-0447-A3F1-4F1633AD69D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7FC26DE7-52BF-454B-910A-C1B96527E018}" type="parTrans" cxnId="{F72614DA-AE0A-C948-A406-4B8D6171A4F4}">
      <dgm:prSet/>
      <dgm:spPr/>
      <dgm:t>
        <a:bodyPr/>
        <a:lstStyle/>
        <a:p>
          <a:endParaRPr lang="en-US"/>
        </a:p>
      </dgm:t>
    </dgm:pt>
    <dgm:pt modelId="{6DA84451-6640-8544-94D1-5D161D7B074D}" type="sibTrans" cxnId="{F72614DA-AE0A-C948-A406-4B8D6171A4F4}">
      <dgm:prSet/>
      <dgm:spPr/>
      <dgm:t>
        <a:bodyPr/>
        <a:lstStyle/>
        <a:p>
          <a:endParaRPr lang="en-US"/>
        </a:p>
      </dgm:t>
    </dgm:pt>
    <dgm:pt modelId="{DA09B66A-BCA6-3D40-B901-C312679B5F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23D30FEB-93A6-6245-A9A9-4FB7EF7AF0E4}" type="parTrans" cxnId="{F284B810-5535-654D-81EC-62D1EDADC528}">
      <dgm:prSet/>
      <dgm:spPr/>
      <dgm:t>
        <a:bodyPr/>
        <a:lstStyle/>
        <a:p>
          <a:endParaRPr lang="en-US"/>
        </a:p>
      </dgm:t>
    </dgm:pt>
    <dgm:pt modelId="{C7C0828E-2549-4747-B991-89072FCB87E7}" type="sibTrans" cxnId="{F284B810-5535-654D-81EC-62D1EDADC528}">
      <dgm:prSet/>
      <dgm:spPr/>
      <dgm:t>
        <a:bodyPr/>
        <a:lstStyle/>
        <a:p>
          <a:endParaRPr lang="en-US"/>
        </a:p>
      </dgm:t>
    </dgm:pt>
    <dgm:pt modelId="{7301BA9C-47A4-8F44-949B-B3A34B735F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1C704CB7-499B-094D-9350-5EF455960A21}" type="parTrans" cxnId="{34F26078-8AE9-CA4B-824D-AEA4517887B8}">
      <dgm:prSet/>
      <dgm:spPr/>
      <dgm:t>
        <a:bodyPr/>
        <a:lstStyle/>
        <a:p>
          <a:endParaRPr lang="en-US"/>
        </a:p>
      </dgm:t>
    </dgm:pt>
    <dgm:pt modelId="{233A93C7-47A7-3442-9752-B298D92A6D40}" type="sibTrans" cxnId="{34F26078-8AE9-CA4B-824D-AEA4517887B8}">
      <dgm:prSet/>
      <dgm:spPr/>
      <dgm:t>
        <a:bodyPr/>
        <a:lstStyle/>
        <a:p>
          <a:endParaRPr lang="en-US"/>
        </a:p>
      </dgm:t>
    </dgm:pt>
    <dgm:pt modelId="{F2FF79F7-5228-7A49-BE15-DD4F0BD38E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7C274386-6820-B94D-A82E-46CC42B58B52}" type="parTrans" cxnId="{5CCC41D1-CD84-C247-B10D-BB85F4D9FD7C}">
      <dgm:prSet/>
      <dgm:spPr/>
      <dgm:t>
        <a:bodyPr/>
        <a:lstStyle/>
        <a:p>
          <a:endParaRPr lang="en-US"/>
        </a:p>
      </dgm:t>
    </dgm:pt>
    <dgm:pt modelId="{B7A5D3D0-44D3-1449-84A6-05FA9EB59A90}" type="sibTrans" cxnId="{5CCC41D1-CD84-C247-B10D-BB85F4D9FD7C}">
      <dgm:prSet/>
      <dgm:spPr/>
      <dgm:t>
        <a:bodyPr/>
        <a:lstStyle/>
        <a:p>
          <a:endParaRPr lang="en-US"/>
        </a:p>
      </dgm:t>
    </dgm:pt>
    <dgm:pt modelId="{BC4ED593-502C-5645-A765-3DB88A6FC4C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A705A150-4D12-1347-BD6E-04FDD0248BD4}" type="parTrans" cxnId="{D111FD1D-9811-7343-8480-AD2B39BAF103}">
      <dgm:prSet/>
      <dgm:spPr/>
      <dgm:t>
        <a:bodyPr/>
        <a:lstStyle/>
        <a:p>
          <a:endParaRPr lang="en-US"/>
        </a:p>
      </dgm:t>
    </dgm:pt>
    <dgm:pt modelId="{F999EC15-DE7B-EB43-8C95-643C50EA123B}" type="sibTrans" cxnId="{D111FD1D-9811-7343-8480-AD2B39BAF103}">
      <dgm:prSet/>
      <dgm:spPr/>
      <dgm:t>
        <a:bodyPr/>
        <a:lstStyle/>
        <a:p>
          <a:endParaRPr lang="en-US"/>
        </a:p>
      </dgm:t>
    </dgm:pt>
    <dgm:pt modelId="{FE1275FA-8779-FA4B-888E-3B3F4C3233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8027CB05-4B40-F94A-9975-29A45D508684}" type="parTrans" cxnId="{C2E8ADA5-87BC-724D-86FC-46006DF2F072}">
      <dgm:prSet/>
      <dgm:spPr/>
      <dgm:t>
        <a:bodyPr/>
        <a:lstStyle/>
        <a:p>
          <a:endParaRPr lang="en-US"/>
        </a:p>
      </dgm:t>
    </dgm:pt>
    <dgm:pt modelId="{6DECAC28-CA39-E34C-B804-71B813F8C14B}" type="sibTrans" cxnId="{C2E8ADA5-87BC-724D-86FC-46006DF2F072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8FEC80F-5604-454A-90B0-FB4B041E508D}" srcId="{162F9166-4AE9-4DA2-B0AE-433BA3FE6DB7}" destId="{9F7931C3-81FA-454C-9E92-55381602B942}" srcOrd="9" destOrd="0" parTransId="{284967F3-E726-A94B-AA0F-290B2C75B1AF}" sibTransId="{E850825C-D41A-CF49-85ED-507A186ABF68}"/>
    <dgm:cxn modelId="{F284B810-5535-654D-81EC-62D1EDADC528}" srcId="{162F9166-4AE9-4DA2-B0AE-433BA3FE6DB7}" destId="{DA09B66A-BCA6-3D40-B901-C312679B5F02}" srcOrd="3" destOrd="0" parTransId="{23D30FEB-93A6-6245-A9A9-4FB7EF7AF0E4}" sibTransId="{C7C0828E-2549-4747-B991-89072FCB87E7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D111FD1D-9811-7343-8480-AD2B39BAF103}" srcId="{162F9166-4AE9-4DA2-B0AE-433BA3FE6DB7}" destId="{BC4ED593-502C-5645-A765-3DB88A6FC4C4}" srcOrd="6" destOrd="0" parTransId="{A705A150-4D12-1347-BD6E-04FDD0248BD4}" sibTransId="{F999EC15-DE7B-EB43-8C95-643C50EA123B}"/>
    <dgm:cxn modelId="{7CC7563A-1C50-A540-8364-ACB256741644}" type="presOf" srcId="{9F7931C3-81FA-454C-9E92-55381602B942}" destId="{389FED8C-1943-494A-9799-D4EEB7F43B23}" srcOrd="0" destOrd="9" presId="urn:microsoft.com/office/officeart/2005/8/layout/list1"/>
    <dgm:cxn modelId="{6F86E04A-1451-7D4A-BB2B-D251CAB9A0D1}" srcId="{162F9166-4AE9-4DA2-B0AE-433BA3FE6DB7}" destId="{2EAC2471-0213-8D4E-96F5-9225B3CAED39}" srcOrd="1" destOrd="0" parTransId="{12CED4B8-B7B4-5748-B786-C9CCBA22F2B3}" sibTransId="{6A963C87-DAD2-D748-B029-F4B99ADC8A26}"/>
    <dgm:cxn modelId="{DFCC6F5C-A9C2-E247-BD9A-41A281F442DE}" type="presOf" srcId="{F2FF79F7-5228-7A49-BE15-DD4F0BD38E22}" destId="{389FED8C-1943-494A-9799-D4EEB7F43B23}" srcOrd="0" destOrd="5" presId="urn:microsoft.com/office/officeart/2005/8/layout/list1"/>
    <dgm:cxn modelId="{7F225462-D913-0B44-9455-783BA413EF1C}" type="presOf" srcId="{BC4ED593-502C-5645-A765-3DB88A6FC4C4}" destId="{389FED8C-1943-494A-9799-D4EEB7F43B23}" srcOrd="0" destOrd="6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FCD3016C-9CFB-F043-B64A-D9CD7149138C}" srcId="{162F9166-4AE9-4DA2-B0AE-433BA3FE6DB7}" destId="{03B57A2E-A0D0-484D-B47F-2888A6718ED5}" srcOrd="0" destOrd="0" parTransId="{FE0BBC31-0BA5-7640-B0E1-1FFE63C65CC0}" sibTransId="{118D32DC-E130-FC48-B4F6-33C63362E80E}"/>
    <dgm:cxn modelId="{F62E3D6D-D8D9-7A49-BD1A-20AD09198A01}" type="presOf" srcId="{25633ED3-E22D-0447-A3F1-4F1633AD69D4}" destId="{389FED8C-1943-494A-9799-D4EEB7F43B23}" srcOrd="0" destOrd="2" presId="urn:microsoft.com/office/officeart/2005/8/layout/list1"/>
    <dgm:cxn modelId="{34F26078-8AE9-CA4B-824D-AEA4517887B8}" srcId="{162F9166-4AE9-4DA2-B0AE-433BA3FE6DB7}" destId="{7301BA9C-47A4-8F44-949B-B3A34B735F86}" srcOrd="4" destOrd="0" parTransId="{1C704CB7-499B-094D-9350-5EF455960A21}" sibTransId="{233A93C7-47A7-3442-9752-B298D92A6D40}"/>
    <dgm:cxn modelId="{9AAC248C-AED9-DF43-987D-DF6F420AF5ED}" type="presOf" srcId="{03B57A2E-A0D0-484D-B47F-2888A6718ED5}" destId="{389FED8C-1943-494A-9799-D4EEB7F43B23}" srcOrd="0" destOrd="0" presId="urn:microsoft.com/office/officeart/2005/8/layout/list1"/>
    <dgm:cxn modelId="{C2E8ADA5-87BC-724D-86FC-46006DF2F072}" srcId="{162F9166-4AE9-4DA2-B0AE-433BA3FE6DB7}" destId="{FE1275FA-8779-FA4B-888E-3B3F4C3233DE}" srcOrd="7" destOrd="0" parTransId="{8027CB05-4B40-F94A-9975-29A45D508684}" sibTransId="{6DECAC28-CA39-E34C-B804-71B813F8C14B}"/>
    <dgm:cxn modelId="{845B42B6-BE74-F941-850D-F01DEBA341B7}" type="presOf" srcId="{7301BA9C-47A4-8F44-949B-B3A34B735F86}" destId="{389FED8C-1943-494A-9799-D4EEB7F43B23}" srcOrd="0" destOrd="4" presId="urn:microsoft.com/office/officeart/2005/8/layout/list1"/>
    <dgm:cxn modelId="{654103C1-4307-4047-AFF7-5F029AD74058}" type="presOf" srcId="{3E6402D1-334D-F645-BEB1-9D31078B22CC}" destId="{389FED8C-1943-494A-9799-D4EEB7F43B23}" srcOrd="0" destOrd="10" presId="urn:microsoft.com/office/officeart/2005/8/layout/list1"/>
    <dgm:cxn modelId="{C23B91C2-8E7B-E74D-A416-6E3A7F7F77EE}" type="presOf" srcId="{2EAC2471-0213-8D4E-96F5-9225B3CAED39}" destId="{389FED8C-1943-494A-9799-D4EEB7F43B23}" srcOrd="0" destOrd="1" presId="urn:microsoft.com/office/officeart/2005/8/layout/list1"/>
    <dgm:cxn modelId="{3D5905CE-6510-1B44-8444-B9BF0E166FF7}" srcId="{162F9166-4AE9-4DA2-B0AE-433BA3FE6DB7}" destId="{3E6402D1-334D-F645-BEB1-9D31078B22CC}" srcOrd="10" destOrd="0" parTransId="{F13DDF43-834D-A044-A30D-F01875F87D2D}" sibTransId="{FE18ED7B-94AD-F148-8780-72994AA587C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8" presId="urn:microsoft.com/office/officeart/2005/8/layout/list1"/>
    <dgm:cxn modelId="{5CCC41D1-CD84-C247-B10D-BB85F4D9FD7C}" srcId="{162F9166-4AE9-4DA2-B0AE-433BA3FE6DB7}" destId="{F2FF79F7-5228-7A49-BE15-DD4F0BD38E22}" srcOrd="5" destOrd="0" parTransId="{7C274386-6820-B94D-A82E-46CC42B58B52}" sibTransId="{B7A5D3D0-44D3-1449-84A6-05FA9EB59A90}"/>
    <dgm:cxn modelId="{D08175D6-BCD4-6641-9119-D8F0222EDFF3}" type="presOf" srcId="{FE1275FA-8779-FA4B-888E-3B3F4C3233DE}" destId="{389FED8C-1943-494A-9799-D4EEB7F43B23}" srcOrd="0" destOrd="7" presId="urn:microsoft.com/office/officeart/2005/8/layout/list1"/>
    <dgm:cxn modelId="{F72614DA-AE0A-C948-A406-4B8D6171A4F4}" srcId="{162F9166-4AE9-4DA2-B0AE-433BA3FE6DB7}" destId="{25633ED3-E22D-0447-A3F1-4F1633AD69D4}" srcOrd="2" destOrd="0" parTransId="{7FC26DE7-52BF-454B-910A-C1B96527E018}" sibTransId="{6DA84451-6640-8544-94D1-5D161D7B074D}"/>
    <dgm:cxn modelId="{A2AF49DA-E735-4343-9D07-F430910A71E4}" srcId="{162F9166-4AE9-4DA2-B0AE-433BA3FE6DB7}" destId="{AF0AE206-A143-1949-BDC7-930E4895CD68}" srcOrd="8" destOrd="0" parTransId="{2AC3B198-190F-3F48-ACC0-67762557F6C3}" sibTransId="{9A7B875C-E40D-BF46-8839-A8C43D628BD8}"/>
    <dgm:cxn modelId="{8D0343FA-AA92-324C-B527-2F1DD8DAD01E}" type="presOf" srcId="{DA09B66A-BCA6-3D40-B901-C312679B5F02}" destId="{389FED8C-1943-494A-9799-D4EEB7F43B23}" srcOrd="0" destOrd="3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Research Methodology – Pipeline. (Continued….)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1AEE9EFD-011A-6445-A7D4-9413D815DA6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8AC3E5B6-E027-D941-8DFC-C9449A9B28EC}" type="sibTrans" cxnId="{21349294-6356-A14B-B444-DB4E3175D10C}">
      <dgm:prSet/>
      <dgm:spPr/>
    </dgm:pt>
    <dgm:pt modelId="{222761A0-292D-B54B-95CF-C6F1053A805B}" type="parTrans" cxnId="{21349294-6356-A14B-B444-DB4E3175D10C}">
      <dgm:prSet/>
      <dgm:spPr/>
    </dgm:pt>
    <dgm:pt modelId="{BE2DA87D-7F92-7D4B-98E0-AE0E435B79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E7C961BD-3257-BB43-B29F-DFB1A4E48ECD}" type="sibTrans" cxnId="{E4835FF1-D12F-7D4E-8C12-A47754EFEAED}">
      <dgm:prSet/>
      <dgm:spPr/>
    </dgm:pt>
    <dgm:pt modelId="{32EF8E08-7B46-1042-BFD2-72FFFC4BE60C}" type="parTrans" cxnId="{E4835FF1-D12F-7D4E-8C12-A47754EFEAED}">
      <dgm:prSet/>
      <dgm:spPr/>
    </dgm:pt>
    <dgm:pt modelId="{E44F26D9-F443-6940-8F17-AB17188718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4B2DEF5D-3D50-3E41-9AC6-211618235C34}" type="sibTrans" cxnId="{46B2CB40-085B-F94A-B9B1-59B0E5689404}">
      <dgm:prSet/>
      <dgm:spPr/>
    </dgm:pt>
    <dgm:pt modelId="{36FFFBC8-0283-CA40-AD75-1D98187636E1}" type="parTrans" cxnId="{46B2CB40-085B-F94A-B9B1-59B0E5689404}">
      <dgm:prSet/>
      <dgm:spPr/>
    </dgm:pt>
    <dgm:pt modelId="{DEA82C04-A69A-3046-9DCB-239AA585B51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0EABF2EA-CCC6-8048-A320-AC97EF1121E2}" type="sibTrans" cxnId="{EB27B1A7-E7FC-1B47-9E16-D357F68775D4}">
      <dgm:prSet/>
      <dgm:spPr/>
    </dgm:pt>
    <dgm:pt modelId="{43B11899-7DC9-C244-8C0C-398C36A82B6A}" type="parTrans" cxnId="{EB27B1A7-E7FC-1B47-9E16-D357F68775D4}">
      <dgm:prSet/>
      <dgm:spPr/>
    </dgm:pt>
    <dgm:pt modelId="{C39CFAAA-529F-3A4B-B403-DFD1EA96A29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4128A1BC-085C-8E45-AF79-7A01047EA473}" type="sibTrans" cxnId="{F478283D-CECF-E449-91EA-DACC91C20792}">
      <dgm:prSet/>
      <dgm:spPr/>
    </dgm:pt>
    <dgm:pt modelId="{1090D8B8-350A-D746-8D65-C6DAF0501384}" type="parTrans" cxnId="{F478283D-CECF-E449-91EA-DACC91C20792}">
      <dgm:prSet/>
      <dgm:spPr/>
    </dgm:pt>
    <dgm:pt modelId="{3A2C6FDB-D0EE-414C-A95A-F45D4A6A378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909142DD-3B43-854E-8BAC-A12CBF85EE3D}" type="sibTrans" cxnId="{118D9915-76C6-B34B-A7A1-ECB7174EC631}">
      <dgm:prSet/>
      <dgm:spPr/>
    </dgm:pt>
    <dgm:pt modelId="{ADF30A2F-AA9B-AE49-ACA2-A17218DC1B9B}" type="parTrans" cxnId="{118D9915-76C6-B34B-A7A1-ECB7174EC631}">
      <dgm:prSet/>
      <dgm:spPr/>
    </dgm:pt>
    <dgm:pt modelId="{2C875738-394F-1F42-A9E3-BE315E3596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AFF10ED6-7066-C349-8E95-D59259A8F5C3}" type="sibTrans" cxnId="{1DFF9385-B3EF-A140-ADC7-7661E7EA1FC9}">
      <dgm:prSet/>
      <dgm:spPr/>
    </dgm:pt>
    <dgm:pt modelId="{B0EF2215-6BAB-064C-9B5B-D7612B5A3FEF}" type="parTrans" cxnId="{1DFF9385-B3EF-A140-ADC7-7661E7EA1FC9}">
      <dgm:prSet/>
      <dgm:spPr/>
    </dgm:pt>
    <dgm:pt modelId="{343B88F0-30AC-F148-8A02-39DF7E1FD1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E3907E5D-ECB1-F746-A611-CE7E46F558E2}" type="sibTrans" cxnId="{05031168-9A47-CC4C-8323-A9E63182DD72}">
      <dgm:prSet/>
      <dgm:spPr/>
    </dgm:pt>
    <dgm:pt modelId="{9EF327D1-A920-B441-9671-DD1DBB9556DE}" type="parTrans" cxnId="{05031168-9A47-CC4C-8323-A9E63182DD72}">
      <dgm:prSet/>
      <dgm:spPr/>
    </dgm:pt>
    <dgm:pt modelId="{829E762D-481B-FD43-9C1E-F37AF278D9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D01B56E-60DA-5B42-8EE1-D94820161DF8}" type="sibTrans" cxnId="{1A1863F7-1440-5044-9672-DBA2000F1AC0}">
      <dgm:prSet/>
      <dgm:spPr/>
    </dgm:pt>
    <dgm:pt modelId="{4437B44A-5369-EE4F-9806-7CF9E5B616F9}" type="parTrans" cxnId="{1A1863F7-1440-5044-9672-DBA2000F1AC0}">
      <dgm:prSet/>
      <dgm:spPr/>
    </dgm:pt>
    <dgm:pt modelId="{98C74819-3E98-6249-9688-1E8C7FBC349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18FCDC1D-9D79-CB41-A6A3-5D8AAC5A9E25}" type="sibTrans" cxnId="{9B461FBD-D3F9-EC4E-BA9D-493512FC5808}">
      <dgm:prSet/>
      <dgm:spPr/>
    </dgm:pt>
    <dgm:pt modelId="{9F827254-3615-1C40-B2F6-039C38F600D7}" type="parTrans" cxnId="{9B461FBD-D3F9-EC4E-BA9D-493512FC5808}">
      <dgm:prSet/>
      <dgm:spPr/>
    </dgm:pt>
    <dgm:pt modelId="{AF0AE206-A143-1949-BDC7-930E4895CD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71F8C00-F310-B747-ACA3-3348295FB3A2}" type="presOf" srcId="{BE2DA87D-7F92-7D4B-98E0-AE0E435B7977}" destId="{389FED8C-1943-494A-9799-D4EEB7F43B23}" srcOrd="0" destOrd="1" presId="urn:microsoft.com/office/officeart/2005/8/layout/list1"/>
    <dgm:cxn modelId="{DF2A2904-9333-5F43-B3CF-5FC21E96D0F6}" type="presOf" srcId="{C39CFAAA-529F-3A4B-B403-DFD1EA96A297}" destId="{389FED8C-1943-494A-9799-D4EEB7F43B23}" srcOrd="0" destOrd="4" presId="urn:microsoft.com/office/officeart/2005/8/layout/list1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118D9915-76C6-B34B-A7A1-ECB7174EC631}" srcId="{162F9166-4AE9-4DA2-B0AE-433BA3FE6DB7}" destId="{3A2C6FDB-D0EE-414C-A95A-F45D4A6A3783}" srcOrd="5" destOrd="0" parTransId="{ADF30A2F-AA9B-AE49-ACA2-A17218DC1B9B}" sibTransId="{909142DD-3B43-854E-8BAC-A12CBF85EE3D}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F478283D-CECF-E449-91EA-DACC91C20792}" srcId="{162F9166-4AE9-4DA2-B0AE-433BA3FE6DB7}" destId="{C39CFAAA-529F-3A4B-B403-DFD1EA96A297}" srcOrd="4" destOrd="0" parTransId="{1090D8B8-350A-D746-8D65-C6DAF0501384}" sibTransId="{4128A1BC-085C-8E45-AF79-7A01047EA473}"/>
    <dgm:cxn modelId="{46B2CB40-085B-F94A-B9B1-59B0E5689404}" srcId="{162F9166-4AE9-4DA2-B0AE-433BA3FE6DB7}" destId="{E44F26D9-F443-6940-8F17-AB17188718EC}" srcOrd="2" destOrd="0" parTransId="{36FFFBC8-0283-CA40-AD75-1D98187636E1}" sibTransId="{4B2DEF5D-3D50-3E41-9AC6-211618235C34}"/>
    <dgm:cxn modelId="{55A4D759-2615-5245-8446-96B86CE51538}" type="presOf" srcId="{2C875738-394F-1F42-A9E3-BE315E3596C5}" destId="{389FED8C-1943-494A-9799-D4EEB7F43B23}" srcOrd="0" destOrd="6" presId="urn:microsoft.com/office/officeart/2005/8/layout/list1"/>
    <dgm:cxn modelId="{5035E461-C888-FF40-895F-7A9D3B30C326}" type="presOf" srcId="{829E762D-481B-FD43-9C1E-F37AF278D9E4}" destId="{389FED8C-1943-494A-9799-D4EEB7F43B23}" srcOrd="0" destOrd="8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05031168-9A47-CC4C-8323-A9E63182DD72}" srcId="{162F9166-4AE9-4DA2-B0AE-433BA3FE6DB7}" destId="{343B88F0-30AC-F148-8A02-39DF7E1FD1CF}" srcOrd="7" destOrd="0" parTransId="{9EF327D1-A920-B441-9671-DD1DBB9556DE}" sibTransId="{E3907E5D-ECB1-F746-A611-CE7E46F558E2}"/>
    <dgm:cxn modelId="{D207A473-1218-AC47-825C-FCB9849765A9}" type="presOf" srcId="{1AEE9EFD-011A-6445-A7D4-9413D815DA6D}" destId="{389FED8C-1943-494A-9799-D4EEB7F43B23}" srcOrd="0" destOrd="0" presId="urn:microsoft.com/office/officeart/2005/8/layout/list1"/>
    <dgm:cxn modelId="{9273787B-F6BF-3147-9F56-167157C1DAA3}" type="presOf" srcId="{DEA82C04-A69A-3046-9DCB-239AA585B51B}" destId="{389FED8C-1943-494A-9799-D4EEB7F43B23}" srcOrd="0" destOrd="3" presId="urn:microsoft.com/office/officeart/2005/8/layout/list1"/>
    <dgm:cxn modelId="{ED94BC7D-895F-DB43-86C3-C23E502322DF}" type="presOf" srcId="{98C74819-3E98-6249-9688-1E8C7FBC3497}" destId="{389FED8C-1943-494A-9799-D4EEB7F43B23}" srcOrd="0" destOrd="9" presId="urn:microsoft.com/office/officeart/2005/8/layout/list1"/>
    <dgm:cxn modelId="{1DFF9385-B3EF-A140-ADC7-7661E7EA1FC9}" srcId="{162F9166-4AE9-4DA2-B0AE-433BA3FE6DB7}" destId="{2C875738-394F-1F42-A9E3-BE315E3596C5}" srcOrd="6" destOrd="0" parTransId="{B0EF2215-6BAB-064C-9B5B-D7612B5A3FEF}" sibTransId="{AFF10ED6-7066-C349-8E95-D59259A8F5C3}"/>
    <dgm:cxn modelId="{21349294-6356-A14B-B444-DB4E3175D10C}" srcId="{162F9166-4AE9-4DA2-B0AE-433BA3FE6DB7}" destId="{1AEE9EFD-011A-6445-A7D4-9413D815DA6D}" srcOrd="0" destOrd="0" parTransId="{222761A0-292D-B54B-95CF-C6F1053A805B}" sibTransId="{8AC3E5B6-E027-D941-8DFC-C9449A9B28EC}"/>
    <dgm:cxn modelId="{EB27B1A7-E7FC-1B47-9E16-D357F68775D4}" srcId="{162F9166-4AE9-4DA2-B0AE-433BA3FE6DB7}" destId="{DEA82C04-A69A-3046-9DCB-239AA585B51B}" srcOrd="3" destOrd="0" parTransId="{43B11899-7DC9-C244-8C0C-398C36A82B6A}" sibTransId="{0EABF2EA-CCC6-8048-A320-AC97EF1121E2}"/>
    <dgm:cxn modelId="{48757AAC-23D3-744D-AC29-0214D0CF2928}" type="presOf" srcId="{E44F26D9-F443-6940-8F17-AB17188718EC}" destId="{389FED8C-1943-494A-9799-D4EEB7F43B23}" srcOrd="0" destOrd="2" presId="urn:microsoft.com/office/officeart/2005/8/layout/list1"/>
    <dgm:cxn modelId="{9B461FBD-D3F9-EC4E-BA9D-493512FC5808}" srcId="{162F9166-4AE9-4DA2-B0AE-433BA3FE6DB7}" destId="{98C74819-3E98-6249-9688-1E8C7FBC3497}" srcOrd="9" destOrd="0" parTransId="{9F827254-3615-1C40-B2F6-039C38F600D7}" sibTransId="{18FCDC1D-9D79-CB41-A6A3-5D8AAC5A9E25}"/>
    <dgm:cxn modelId="{84DC1AC0-C0B8-094D-8BF6-359F368A6E7C}" type="presOf" srcId="{343B88F0-30AC-F148-8A02-39DF7E1FD1CF}" destId="{389FED8C-1943-494A-9799-D4EEB7F43B23}" srcOrd="0" destOrd="7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10" presId="urn:microsoft.com/office/officeart/2005/8/layout/list1"/>
    <dgm:cxn modelId="{A2AF49DA-E735-4343-9D07-F430910A71E4}" srcId="{162F9166-4AE9-4DA2-B0AE-433BA3FE6DB7}" destId="{AF0AE206-A143-1949-BDC7-930E4895CD68}" srcOrd="10" destOrd="0" parTransId="{2AC3B198-190F-3F48-ACC0-67762557F6C3}" sibTransId="{9A7B875C-E40D-BF46-8839-A8C43D628BD8}"/>
    <dgm:cxn modelId="{E4835FF1-D12F-7D4E-8C12-A47754EFEAED}" srcId="{162F9166-4AE9-4DA2-B0AE-433BA3FE6DB7}" destId="{BE2DA87D-7F92-7D4B-98E0-AE0E435B7977}" srcOrd="1" destOrd="0" parTransId="{32EF8E08-7B46-1042-BFD2-72FFFC4BE60C}" sibTransId="{E7C961BD-3257-BB43-B29F-DFB1A4E48ECD}"/>
    <dgm:cxn modelId="{1A1863F7-1440-5044-9672-DBA2000F1AC0}" srcId="{162F9166-4AE9-4DA2-B0AE-433BA3FE6DB7}" destId="{829E762D-481B-FD43-9C1E-F37AF278D9E4}" srcOrd="8" destOrd="0" parTransId="{4437B44A-5369-EE4F-9806-7CF9E5B616F9}" sibTransId="{FD01B56E-60DA-5B42-8EE1-D94820161DF8}"/>
    <dgm:cxn modelId="{E6D1FDFC-819C-9F43-A884-5A79AD0FBF3E}" type="presOf" srcId="{3A2C6FDB-D0EE-414C-A95A-F45D4A6A3783}" destId="{389FED8C-1943-494A-9799-D4EEB7F43B23}" srcOrd="0" destOrd="5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Dataset Description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F0AE206-A143-1949-BDC7-930E4895CD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Source:</a:t>
          </a:r>
          <a:r>
            <a:rPr lang="en-US" dirty="0"/>
            <a:t> Kaggle-sourced images</a:t>
          </a:r>
        </a:p>
      </dgm:t>
    </dgm:pt>
    <dgm:pt modelId="{2AC3B198-190F-3F48-ACC0-67762557F6C3}" type="parTrans" cxnId="{A2AF49DA-E735-4343-9D07-F430910A71E4}">
      <dgm:prSet/>
      <dgm:spPr/>
      <dgm:t>
        <a:bodyPr/>
        <a:lstStyle/>
        <a:p>
          <a:endParaRPr lang="en-US"/>
        </a:p>
      </dgm:t>
    </dgm:pt>
    <dgm:pt modelId="{9A7B875C-E40D-BF46-8839-A8C43D628BD8}" type="sibTrans" cxnId="{A2AF49DA-E735-4343-9D07-F430910A71E4}">
      <dgm:prSet/>
      <dgm:spPr/>
      <dgm:t>
        <a:bodyPr/>
        <a:lstStyle/>
        <a:p>
          <a:endParaRPr lang="en-US"/>
        </a:p>
      </dgm:t>
    </dgm:pt>
    <dgm:pt modelId="{9F7931C3-81FA-454C-9E92-55381602B9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284967F3-E726-A94B-AA0F-290B2C75B1AF}" type="parTrans" cxnId="{E8FEC80F-5604-454A-90B0-FB4B041E508D}">
      <dgm:prSet/>
      <dgm:spPr/>
      <dgm:t>
        <a:bodyPr/>
        <a:lstStyle/>
        <a:p>
          <a:endParaRPr lang="en-US"/>
        </a:p>
      </dgm:t>
    </dgm:pt>
    <dgm:pt modelId="{E850825C-D41A-CF49-85ED-507A186ABF68}" type="sibTrans" cxnId="{E8FEC80F-5604-454A-90B0-FB4B041E508D}">
      <dgm:prSet/>
      <dgm:spPr/>
      <dgm:t>
        <a:bodyPr/>
        <a:lstStyle/>
        <a:p>
          <a:endParaRPr lang="en-US"/>
        </a:p>
      </dgm:t>
    </dgm:pt>
    <dgm:pt modelId="{8F9D8929-542B-0640-9660-73F2273D2AD2}">
      <dgm:prSet/>
      <dgm:spPr/>
      <dgm:t>
        <a:bodyPr/>
        <a:lstStyle/>
        <a:p>
          <a:pPr>
            <a:buNone/>
          </a:pPr>
          <a:r>
            <a:rPr lang="en-US" b="1" dirty="0"/>
            <a:t>Characteristics:</a:t>
          </a:r>
          <a:endParaRPr lang="en-US" dirty="0"/>
        </a:p>
      </dgm:t>
    </dgm:pt>
    <dgm:pt modelId="{BD8B9FAB-F414-6A4A-AC2B-E3B6A6710DDE}" type="parTrans" cxnId="{0C53FB9D-0F51-074E-ABEE-D9C1CCBED60D}">
      <dgm:prSet/>
      <dgm:spPr/>
      <dgm:t>
        <a:bodyPr/>
        <a:lstStyle/>
        <a:p>
          <a:endParaRPr lang="en-US"/>
        </a:p>
      </dgm:t>
    </dgm:pt>
    <dgm:pt modelId="{E00F3483-F891-7B4E-8402-2A9D2CEE5153}" type="sibTrans" cxnId="{0C53FB9D-0F51-074E-ABEE-D9C1CCBED60D}">
      <dgm:prSet/>
      <dgm:spPr/>
      <dgm:t>
        <a:bodyPr/>
        <a:lstStyle/>
        <a:p>
          <a:endParaRPr lang="en-US"/>
        </a:p>
      </dgm:t>
    </dgm:pt>
    <dgm:pt modelId="{3E6402D1-334D-F645-BEB1-9D31078B22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13DDF43-834D-A044-A30D-F01875F87D2D}" type="parTrans" cxnId="{3D5905CE-6510-1B44-8444-B9BF0E166FF7}">
      <dgm:prSet/>
      <dgm:spPr/>
      <dgm:t>
        <a:bodyPr/>
        <a:lstStyle/>
        <a:p>
          <a:endParaRPr lang="en-US"/>
        </a:p>
      </dgm:t>
    </dgm:pt>
    <dgm:pt modelId="{FE18ED7B-94AD-F148-8780-72994AA587CF}" type="sibTrans" cxnId="{3D5905CE-6510-1B44-8444-B9BF0E166FF7}">
      <dgm:prSet/>
      <dgm:spPr/>
      <dgm:t>
        <a:bodyPr/>
        <a:lstStyle/>
        <a:p>
          <a:endParaRPr lang="en-US"/>
        </a:p>
      </dgm:t>
    </dgm:pt>
    <dgm:pt modelId="{68084C00-E93F-EE4C-95C5-1084DF5B8FD8}">
      <dgm:prSet/>
      <dgm:spPr/>
      <dgm:t>
        <a:bodyPr/>
        <a:lstStyle/>
        <a:p>
          <a:pPr>
            <a:buNone/>
          </a:pPr>
          <a:endParaRPr lang="en-US" b="0" i="0" u="none" dirty="0"/>
        </a:p>
      </dgm:t>
    </dgm:pt>
    <dgm:pt modelId="{FC6FFF1F-23C3-1944-A2E4-9BCCD93D4AC7}" type="parTrans" cxnId="{B87829E7-8F93-F348-835C-25589966925A}">
      <dgm:prSet/>
      <dgm:spPr/>
      <dgm:t>
        <a:bodyPr/>
        <a:lstStyle/>
        <a:p>
          <a:endParaRPr lang="en-US"/>
        </a:p>
      </dgm:t>
    </dgm:pt>
    <dgm:pt modelId="{672A5D00-D58D-614A-908A-E1BFEFD1B4E0}" type="sibTrans" cxnId="{B87829E7-8F93-F348-835C-25589966925A}">
      <dgm:prSet/>
      <dgm:spPr/>
      <dgm:t>
        <a:bodyPr/>
        <a:lstStyle/>
        <a:p>
          <a:endParaRPr lang="en-US"/>
        </a:p>
      </dgm:t>
    </dgm:pt>
    <dgm:pt modelId="{A5117EFF-2837-1B4C-B9E9-CBA50B578C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1B6F26F1-A4E4-4C4E-BA1C-0EFDD1DEC132}" type="parTrans" cxnId="{8B5CD0F1-436B-E24A-A16D-267EC60C640D}">
      <dgm:prSet/>
      <dgm:spPr/>
      <dgm:t>
        <a:bodyPr/>
        <a:lstStyle/>
        <a:p>
          <a:endParaRPr lang="en-US"/>
        </a:p>
      </dgm:t>
    </dgm:pt>
    <dgm:pt modelId="{1F6209E7-1D95-4246-AD55-B109EC66015E}" type="sibTrans" cxnId="{8B5CD0F1-436B-E24A-A16D-267EC60C640D}">
      <dgm:prSet/>
      <dgm:spPr/>
      <dgm:t>
        <a:bodyPr/>
        <a:lstStyle/>
        <a:p>
          <a:endParaRPr lang="en-US"/>
        </a:p>
      </dgm:t>
    </dgm:pt>
    <dgm:pt modelId="{A0EE180F-FB89-F545-A6BB-0D1679BCBD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Captured from iPhone 12 &amp; Vivo devices</a:t>
          </a:r>
        </a:p>
      </dgm:t>
    </dgm:pt>
    <dgm:pt modelId="{1ED2B03F-17F6-C243-9183-AEA821599808}" type="parTrans" cxnId="{22A1EF0A-42AE-D149-881A-755EA3E55A2B}">
      <dgm:prSet/>
      <dgm:spPr/>
      <dgm:t>
        <a:bodyPr/>
        <a:lstStyle/>
        <a:p>
          <a:endParaRPr lang="en-US"/>
        </a:p>
      </dgm:t>
    </dgm:pt>
    <dgm:pt modelId="{D2D94431-3D6C-A244-A5A8-F402CD82EA01}" type="sibTrans" cxnId="{22A1EF0A-42AE-D149-881A-755EA3E55A2B}">
      <dgm:prSet/>
      <dgm:spPr/>
      <dgm:t>
        <a:bodyPr/>
        <a:lstStyle/>
        <a:p>
          <a:endParaRPr lang="en-US"/>
        </a:p>
      </dgm:t>
    </dgm:pt>
    <dgm:pt modelId="{A7498E36-6038-F349-9E16-48B07A71606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6F2ACB88-6E02-AF47-8D84-CD32285BA8E4}" type="parTrans" cxnId="{E85E5E21-57E3-7749-84E0-9DF6C8718252}">
      <dgm:prSet/>
      <dgm:spPr/>
      <dgm:t>
        <a:bodyPr/>
        <a:lstStyle/>
        <a:p>
          <a:endParaRPr lang="en-US"/>
        </a:p>
      </dgm:t>
    </dgm:pt>
    <dgm:pt modelId="{E383C7AB-EA15-FE4C-84B3-77160043F6E7}" type="sibTrans" cxnId="{E85E5E21-57E3-7749-84E0-9DF6C8718252}">
      <dgm:prSet/>
      <dgm:spPr/>
      <dgm:t>
        <a:bodyPr/>
        <a:lstStyle/>
        <a:p>
          <a:endParaRPr lang="en-US"/>
        </a:p>
      </dgm:t>
    </dgm:pt>
    <dgm:pt modelId="{395CD922-952B-C84E-BDB1-8D731A4D7991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D85215F7-FA7F-754B-8E30-AB8203AB8F13}" type="parTrans" cxnId="{43463E32-C4EF-AF41-9D52-14BD7E22B211}">
      <dgm:prSet/>
      <dgm:spPr/>
      <dgm:t>
        <a:bodyPr/>
        <a:lstStyle/>
        <a:p>
          <a:endParaRPr lang="en-US"/>
        </a:p>
      </dgm:t>
    </dgm:pt>
    <dgm:pt modelId="{CCCE4F46-931C-2B4B-B0D3-B7E0D84AE852}" type="sibTrans" cxnId="{43463E32-C4EF-AF41-9D52-14BD7E22B211}">
      <dgm:prSet/>
      <dgm:spPr/>
      <dgm:t>
        <a:bodyPr/>
        <a:lstStyle/>
        <a:p>
          <a:endParaRPr lang="en-US"/>
        </a:p>
      </dgm:t>
    </dgm:pt>
    <dgm:pt modelId="{35E7F954-0D3B-C144-A6F5-ADA5A364F9E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Multiple angles: center, right, left</a:t>
          </a:r>
        </a:p>
      </dgm:t>
    </dgm:pt>
    <dgm:pt modelId="{0FA210A3-DEBC-8246-B947-125E6387E661}" type="parTrans" cxnId="{3705A1F1-86CA-A94D-9647-9D7BFCE223E3}">
      <dgm:prSet/>
      <dgm:spPr/>
      <dgm:t>
        <a:bodyPr/>
        <a:lstStyle/>
        <a:p>
          <a:endParaRPr lang="en-US"/>
        </a:p>
      </dgm:t>
    </dgm:pt>
    <dgm:pt modelId="{DA9496DF-3F08-794A-89FC-FBDA101D9BCC}" type="sibTrans" cxnId="{3705A1F1-86CA-A94D-9647-9D7BFCE223E3}">
      <dgm:prSet/>
      <dgm:spPr/>
      <dgm:t>
        <a:bodyPr/>
        <a:lstStyle/>
        <a:p>
          <a:endParaRPr lang="en-US"/>
        </a:p>
      </dgm:t>
    </dgm:pt>
    <dgm:pt modelId="{0381B0FA-0620-5546-87B5-77448226B7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Includes unmarked speed breakers</a:t>
          </a:r>
        </a:p>
      </dgm:t>
    </dgm:pt>
    <dgm:pt modelId="{6D6EC1BC-2B0D-9D40-A618-B3FEB8F52981}" type="parTrans" cxnId="{9DBA8904-A824-B948-980E-DEFEBCA6FAD7}">
      <dgm:prSet/>
      <dgm:spPr/>
      <dgm:t>
        <a:bodyPr/>
        <a:lstStyle/>
        <a:p>
          <a:endParaRPr lang="en-US"/>
        </a:p>
      </dgm:t>
    </dgm:pt>
    <dgm:pt modelId="{A81F8C05-CB50-8B4D-AAB8-EF9A782002DD}" type="sibTrans" cxnId="{9DBA8904-A824-B948-980E-DEFEBCA6FAD7}">
      <dgm:prSet/>
      <dgm:spPr/>
      <dgm:t>
        <a:bodyPr/>
        <a:lstStyle/>
        <a:p>
          <a:endParaRPr lang="en-US"/>
        </a:p>
      </dgm:t>
    </dgm:pt>
    <dgm:pt modelId="{13A2040C-F38F-6C4B-A662-D1F5DC8B4FA7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755474F6-88E0-DA46-A8BE-17A605DB51F0}" type="parTrans" cxnId="{29274F28-788B-924F-8486-60D872198079}">
      <dgm:prSet/>
      <dgm:spPr/>
      <dgm:t>
        <a:bodyPr/>
        <a:lstStyle/>
        <a:p>
          <a:endParaRPr lang="en-US"/>
        </a:p>
      </dgm:t>
    </dgm:pt>
    <dgm:pt modelId="{74694DEF-0C0C-2541-8D4C-98A812451267}" type="sibTrans" cxnId="{29274F28-788B-924F-8486-60D872198079}">
      <dgm:prSet/>
      <dgm:spPr/>
      <dgm:t>
        <a:bodyPr/>
        <a:lstStyle/>
        <a:p>
          <a:endParaRPr lang="en-US"/>
        </a:p>
      </dgm:t>
    </dgm:pt>
    <dgm:pt modelId="{68E21B1B-1AD8-2142-90DB-CABDE36AFCBC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57CF2F2C-F870-2E44-A0DE-1883753A5C3A}" type="parTrans" cxnId="{DD4D985E-EF72-6141-92AB-70748E55A7B4}">
      <dgm:prSet/>
      <dgm:spPr/>
      <dgm:t>
        <a:bodyPr/>
        <a:lstStyle/>
        <a:p>
          <a:endParaRPr lang="en-US"/>
        </a:p>
      </dgm:t>
    </dgm:pt>
    <dgm:pt modelId="{B399F2D2-FB7C-FF46-9F80-6AAA76554298}" type="sibTrans" cxnId="{DD4D985E-EF72-6141-92AB-70748E55A7B4}">
      <dgm:prSet/>
      <dgm:spPr/>
      <dgm:t>
        <a:bodyPr/>
        <a:lstStyle/>
        <a:p>
          <a:endParaRPr lang="en-US"/>
        </a:p>
      </dgm:t>
    </dgm:pt>
    <dgm:pt modelId="{070B5819-D11E-3248-9B7F-84BC5C79F10D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CC965F4D-9289-8E41-9C18-577036AE89F9}" type="parTrans" cxnId="{6700D25C-54FD-A04A-8F42-5C76AA563362}">
      <dgm:prSet/>
      <dgm:spPr/>
      <dgm:t>
        <a:bodyPr/>
        <a:lstStyle/>
        <a:p>
          <a:endParaRPr lang="en-US"/>
        </a:p>
      </dgm:t>
    </dgm:pt>
    <dgm:pt modelId="{EF14ED23-856E-574A-9D83-E285184B0198}" type="sibTrans" cxnId="{6700D25C-54FD-A04A-8F42-5C76AA563362}">
      <dgm:prSet/>
      <dgm:spPr/>
      <dgm:t>
        <a:bodyPr/>
        <a:lstStyle/>
        <a:p>
          <a:endParaRPr lang="en-US"/>
        </a:p>
      </dgm:t>
    </dgm:pt>
    <dgm:pt modelId="{AF6CEFA1-FC17-B645-A58A-5E38A7352D55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13390AB1-2329-5C42-8778-8402D0A50E3C}" type="parTrans" cxnId="{4B63418F-AFDA-D649-9A32-F4C6DF9E59D4}">
      <dgm:prSet/>
      <dgm:spPr/>
      <dgm:t>
        <a:bodyPr/>
        <a:lstStyle/>
        <a:p>
          <a:endParaRPr lang="en-US"/>
        </a:p>
      </dgm:t>
    </dgm:pt>
    <dgm:pt modelId="{B6D57089-03CD-5F45-9242-ED3B2060DABD}" type="sibTrans" cxnId="{4B63418F-AFDA-D649-9A32-F4C6DF9E59D4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DBA8904-A824-B948-980E-DEFEBCA6FAD7}" srcId="{162F9166-4AE9-4DA2-B0AE-433BA3FE6DB7}" destId="{0381B0FA-0620-5546-87B5-77448226B788}" srcOrd="14" destOrd="0" parTransId="{6D6EC1BC-2B0D-9D40-A618-B3FEB8F52981}" sibTransId="{A81F8C05-CB50-8B4D-AAB8-EF9A782002DD}"/>
    <dgm:cxn modelId="{22A1EF0A-42AE-D149-881A-755EA3E55A2B}" srcId="{162F9166-4AE9-4DA2-B0AE-433BA3FE6DB7}" destId="{A0EE180F-FB89-F545-A6BB-0D1679BCBD10}" srcOrd="12" destOrd="0" parTransId="{1ED2B03F-17F6-C243-9183-AEA821599808}" sibTransId="{D2D94431-3D6C-A244-A5A8-F402CD82EA01}"/>
    <dgm:cxn modelId="{E8FEC80F-5604-454A-90B0-FB4B041E508D}" srcId="{162F9166-4AE9-4DA2-B0AE-433BA3FE6DB7}" destId="{9F7931C3-81FA-454C-9E92-55381602B942}" srcOrd="3" destOrd="0" parTransId="{284967F3-E726-A94B-AA0F-290B2C75B1AF}" sibTransId="{E850825C-D41A-CF49-85ED-507A186ABF68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E85E5E21-57E3-7749-84E0-9DF6C8718252}" srcId="{162F9166-4AE9-4DA2-B0AE-433BA3FE6DB7}" destId="{A7498E36-6038-F349-9E16-48B07A71606D}" srcOrd="4" destOrd="0" parTransId="{6F2ACB88-6E02-AF47-8D84-CD32285BA8E4}" sibTransId="{E383C7AB-EA15-FE4C-84B3-77160043F6E7}"/>
    <dgm:cxn modelId="{29274F28-788B-924F-8486-60D872198079}" srcId="{162F9166-4AE9-4DA2-B0AE-433BA3FE6DB7}" destId="{13A2040C-F38F-6C4B-A662-D1F5DC8B4FA7}" srcOrd="7" destOrd="0" parTransId="{755474F6-88E0-DA46-A8BE-17A605DB51F0}" sibTransId="{74694DEF-0C0C-2541-8D4C-98A812451267}"/>
    <dgm:cxn modelId="{EDFD6429-63C5-7C4A-8112-7C5AA64D586B}" type="presOf" srcId="{A7498E36-6038-F349-9E16-48B07A71606D}" destId="{389FED8C-1943-494A-9799-D4EEB7F43B23}" srcOrd="0" destOrd="4" presId="urn:microsoft.com/office/officeart/2005/8/layout/list1"/>
    <dgm:cxn modelId="{7F754C31-0C35-2E4B-B264-BCE11FFD5748}" type="presOf" srcId="{A0EE180F-FB89-F545-A6BB-0D1679BCBD10}" destId="{389FED8C-1943-494A-9799-D4EEB7F43B23}" srcOrd="0" destOrd="12" presId="urn:microsoft.com/office/officeart/2005/8/layout/list1"/>
    <dgm:cxn modelId="{43463E32-C4EF-AF41-9D52-14BD7E22B211}" srcId="{162F9166-4AE9-4DA2-B0AE-433BA3FE6DB7}" destId="{395CD922-952B-C84E-BDB1-8D731A4D7991}" srcOrd="6" destOrd="0" parTransId="{D85215F7-FA7F-754B-8E30-AB8203AB8F13}" sibTransId="{CCCE4F46-931C-2B4B-B0D3-B7E0D84AE852}"/>
    <dgm:cxn modelId="{9400C338-B6B5-4643-A01B-B6EC3F14E2EE}" type="presOf" srcId="{13A2040C-F38F-6C4B-A662-D1F5DC8B4FA7}" destId="{389FED8C-1943-494A-9799-D4EEB7F43B23}" srcOrd="0" destOrd="7" presId="urn:microsoft.com/office/officeart/2005/8/layout/list1"/>
    <dgm:cxn modelId="{7CC7563A-1C50-A540-8364-ACB256741644}" type="presOf" srcId="{9F7931C3-81FA-454C-9E92-55381602B942}" destId="{389FED8C-1943-494A-9799-D4EEB7F43B23}" srcOrd="0" destOrd="3" presId="urn:microsoft.com/office/officeart/2005/8/layout/list1"/>
    <dgm:cxn modelId="{0B88214D-D230-4248-B198-5B8D089E0730}" type="presOf" srcId="{AF6CEFA1-FC17-B645-A58A-5E38A7352D55}" destId="{389FED8C-1943-494A-9799-D4EEB7F43B23}" srcOrd="0" destOrd="10" presId="urn:microsoft.com/office/officeart/2005/8/layout/list1"/>
    <dgm:cxn modelId="{6700D25C-54FD-A04A-8F42-5C76AA563362}" srcId="{162F9166-4AE9-4DA2-B0AE-433BA3FE6DB7}" destId="{070B5819-D11E-3248-9B7F-84BC5C79F10D}" srcOrd="9" destOrd="0" parTransId="{CC965F4D-9289-8E41-9C18-577036AE89F9}" sibTransId="{EF14ED23-856E-574A-9D83-E285184B0198}"/>
    <dgm:cxn modelId="{DD4D985E-EF72-6141-92AB-70748E55A7B4}" srcId="{162F9166-4AE9-4DA2-B0AE-433BA3FE6DB7}" destId="{68E21B1B-1AD8-2142-90DB-CABDE36AFCBC}" srcOrd="8" destOrd="0" parTransId="{57CF2F2C-F870-2E44-A0DE-1883753A5C3A}" sibTransId="{B399F2D2-FB7C-FF46-9F80-6AAA76554298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D5DA1A68-A5A1-E94D-AF40-DF9BFF80BEA2}" type="presOf" srcId="{68084C00-E93F-EE4C-95C5-1084DF5B8FD8}" destId="{389FED8C-1943-494A-9799-D4EEB7F43B23}" srcOrd="0" destOrd="2" presId="urn:microsoft.com/office/officeart/2005/8/layout/list1"/>
    <dgm:cxn modelId="{AE4AB870-6CA0-234A-8B62-26EB195AB124}" type="presOf" srcId="{0381B0FA-0620-5546-87B5-77448226B788}" destId="{389FED8C-1943-494A-9799-D4EEB7F43B23}" srcOrd="0" destOrd="14" presId="urn:microsoft.com/office/officeart/2005/8/layout/list1"/>
    <dgm:cxn modelId="{5B3BF28D-9C9C-0940-9E1C-72A70F9CA070}" type="presOf" srcId="{8F9D8929-542B-0640-9660-73F2273D2AD2}" destId="{389FED8C-1943-494A-9799-D4EEB7F43B23}" srcOrd="0" destOrd="11" presId="urn:microsoft.com/office/officeart/2005/8/layout/list1"/>
    <dgm:cxn modelId="{4B63418F-AFDA-D649-9A32-F4C6DF9E59D4}" srcId="{162F9166-4AE9-4DA2-B0AE-433BA3FE6DB7}" destId="{AF6CEFA1-FC17-B645-A58A-5E38A7352D55}" srcOrd="10" destOrd="0" parTransId="{13390AB1-2329-5C42-8778-8402D0A50E3C}" sibTransId="{B6D57089-03CD-5F45-9242-ED3B2060DABD}"/>
    <dgm:cxn modelId="{4A902893-4318-CE4E-8343-33BF5FDE40EE}" type="presOf" srcId="{68E21B1B-1AD8-2142-90DB-CABDE36AFCBC}" destId="{389FED8C-1943-494A-9799-D4EEB7F43B23}" srcOrd="0" destOrd="8" presId="urn:microsoft.com/office/officeart/2005/8/layout/list1"/>
    <dgm:cxn modelId="{0C53FB9D-0F51-074E-ABEE-D9C1CCBED60D}" srcId="{162F9166-4AE9-4DA2-B0AE-433BA3FE6DB7}" destId="{8F9D8929-542B-0640-9660-73F2273D2AD2}" srcOrd="11" destOrd="0" parTransId="{BD8B9FAB-F414-6A4A-AC2B-E3B6A6710DDE}" sibTransId="{E00F3483-F891-7B4E-8402-2A9D2CEE5153}"/>
    <dgm:cxn modelId="{781BF4A3-3CF4-0E4B-87FD-C81F65AB20C6}" type="presOf" srcId="{A5117EFF-2837-1B4C-B9E9-CBA50B578C41}" destId="{389FED8C-1943-494A-9799-D4EEB7F43B23}" srcOrd="0" destOrd="1" presId="urn:microsoft.com/office/officeart/2005/8/layout/list1"/>
    <dgm:cxn modelId="{418859AD-9BF3-6E48-ADD8-09437304DA13}" type="presOf" srcId="{35E7F954-0D3B-C144-A6F5-ADA5A364F9ED}" destId="{389FED8C-1943-494A-9799-D4EEB7F43B23}" srcOrd="0" destOrd="13" presId="urn:microsoft.com/office/officeart/2005/8/layout/list1"/>
    <dgm:cxn modelId="{F47596BE-661F-BA4C-95A1-5BFE04625F09}" type="presOf" srcId="{070B5819-D11E-3248-9B7F-84BC5C79F10D}" destId="{389FED8C-1943-494A-9799-D4EEB7F43B23}" srcOrd="0" destOrd="9" presId="urn:microsoft.com/office/officeart/2005/8/layout/list1"/>
    <dgm:cxn modelId="{654103C1-4307-4047-AFF7-5F029AD74058}" type="presOf" srcId="{3E6402D1-334D-F645-BEB1-9D31078B22CC}" destId="{389FED8C-1943-494A-9799-D4EEB7F43B23}" srcOrd="0" destOrd="5" presId="urn:microsoft.com/office/officeart/2005/8/layout/list1"/>
    <dgm:cxn modelId="{3D5905CE-6510-1B44-8444-B9BF0E166FF7}" srcId="{162F9166-4AE9-4DA2-B0AE-433BA3FE6DB7}" destId="{3E6402D1-334D-F645-BEB1-9D31078B22CC}" srcOrd="5" destOrd="0" parTransId="{F13DDF43-834D-A044-A30D-F01875F87D2D}" sibTransId="{FE18ED7B-94AD-F148-8780-72994AA587C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25A5E8CF-C95A-3645-B3FD-D472489DA78A}" type="presOf" srcId="{AF0AE206-A143-1949-BDC7-930E4895CD68}" destId="{389FED8C-1943-494A-9799-D4EEB7F43B23}" srcOrd="0" destOrd="0" presId="urn:microsoft.com/office/officeart/2005/8/layout/list1"/>
    <dgm:cxn modelId="{A2AF49DA-E735-4343-9D07-F430910A71E4}" srcId="{162F9166-4AE9-4DA2-B0AE-433BA3FE6DB7}" destId="{AF0AE206-A143-1949-BDC7-930E4895CD68}" srcOrd="0" destOrd="0" parTransId="{2AC3B198-190F-3F48-ACC0-67762557F6C3}" sibTransId="{9A7B875C-E40D-BF46-8839-A8C43D628BD8}"/>
    <dgm:cxn modelId="{30911BE3-6C96-C24F-82ED-04A3BDA39F29}" type="presOf" srcId="{395CD922-952B-C84E-BDB1-8D731A4D7991}" destId="{389FED8C-1943-494A-9799-D4EEB7F43B23}" srcOrd="0" destOrd="6" presId="urn:microsoft.com/office/officeart/2005/8/layout/list1"/>
    <dgm:cxn modelId="{B87829E7-8F93-F348-835C-25589966925A}" srcId="{162F9166-4AE9-4DA2-B0AE-433BA3FE6DB7}" destId="{68084C00-E93F-EE4C-95C5-1084DF5B8FD8}" srcOrd="2" destOrd="0" parTransId="{FC6FFF1F-23C3-1944-A2E4-9BCCD93D4AC7}" sibTransId="{672A5D00-D58D-614A-908A-E1BFEFD1B4E0}"/>
    <dgm:cxn modelId="{3705A1F1-86CA-A94D-9647-9D7BFCE223E3}" srcId="{162F9166-4AE9-4DA2-B0AE-433BA3FE6DB7}" destId="{35E7F954-0D3B-C144-A6F5-ADA5A364F9ED}" srcOrd="13" destOrd="0" parTransId="{0FA210A3-DEBC-8246-B947-125E6387E661}" sibTransId="{DA9496DF-3F08-794A-89FC-FBDA101D9BCC}"/>
    <dgm:cxn modelId="{8B5CD0F1-436B-E24A-A16D-267EC60C640D}" srcId="{162F9166-4AE9-4DA2-B0AE-433BA3FE6DB7}" destId="{A5117EFF-2837-1B4C-B9E9-CBA50B578C41}" srcOrd="1" destOrd="0" parTransId="{1B6F26F1-A4E4-4C4E-BA1C-0EFDD1DEC132}" sibTransId="{1F6209E7-1D95-4246-AD55-B109EC66015E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Data Preprocessing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Lighting-Aware Enhancement: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8012B219-E016-4B83-ACC9-5C6C364A4796}">
      <dgm:prSet/>
      <dgm:spPr/>
      <dgm:t>
        <a:bodyPr/>
        <a:lstStyle/>
        <a:p>
          <a:r>
            <a:rPr lang="en-US" b="0" i="0" u="none" dirty="0"/>
            <a:t>Boost local contrast in low-light images</a:t>
          </a:r>
          <a:endParaRPr lang="en-US" dirty="0"/>
        </a:p>
      </dgm:t>
    </dgm:pt>
    <dgm:pt modelId="{06686B89-B572-444E-9CAF-97327D0C0CAE}" type="parTrans" cxnId="{E3858F7E-0146-49B9-AF41-29D341C2B41A}">
      <dgm:prSet/>
      <dgm:spPr/>
      <dgm:t>
        <a:bodyPr/>
        <a:lstStyle/>
        <a:p>
          <a:endParaRPr lang="en-US"/>
        </a:p>
      </dgm:t>
    </dgm:pt>
    <dgm:pt modelId="{901D9B9A-8B01-4C1D-934B-5DF3F5790CF9}" type="sibTrans" cxnId="{E3858F7E-0146-49B9-AF41-29D341C2B41A}">
      <dgm:prSet/>
      <dgm:spPr/>
      <dgm:t>
        <a:bodyPr/>
        <a:lstStyle/>
        <a:p>
          <a:endParaRPr lang="en-US"/>
        </a:p>
      </dgm:t>
    </dgm:pt>
    <dgm:pt modelId="{9C4D95A4-25D1-024D-8A91-D6851D22CE74}">
      <dgm:prSet/>
      <dgm:spPr/>
      <dgm:t>
        <a:bodyPr/>
        <a:lstStyle/>
        <a:p>
          <a:endParaRPr lang="en-US" dirty="0"/>
        </a:p>
      </dgm:t>
    </dgm:pt>
    <dgm:pt modelId="{7C588DA2-30D5-3047-A74D-D9CA67C62348}" type="parTrans" cxnId="{CDEE891B-E1A8-3046-83DC-71AE2BA119A4}">
      <dgm:prSet/>
      <dgm:spPr/>
      <dgm:t>
        <a:bodyPr/>
        <a:lstStyle/>
        <a:p>
          <a:endParaRPr lang="en-US"/>
        </a:p>
      </dgm:t>
    </dgm:pt>
    <dgm:pt modelId="{BEC9758E-A73F-3B45-81D8-590E73B73BA9}" type="sibTrans" cxnId="{CDEE891B-E1A8-3046-83DC-71AE2BA119A4}">
      <dgm:prSet/>
      <dgm:spPr/>
      <dgm:t>
        <a:bodyPr/>
        <a:lstStyle/>
        <a:p>
          <a:endParaRPr lang="en-US"/>
        </a:p>
      </dgm:t>
    </dgm:pt>
    <dgm:pt modelId="{818371BD-6BCF-084C-8741-207FEDDA5C87}">
      <dgm:prSet/>
      <dgm:spPr/>
      <dgm:t>
        <a:bodyPr/>
        <a:lstStyle/>
        <a:p>
          <a:r>
            <a:rPr lang="en-US" b="0" i="0" u="none" dirty="0"/>
            <a:t>Limit noise amplification</a:t>
          </a:r>
          <a:endParaRPr lang="en-US" dirty="0"/>
        </a:p>
      </dgm:t>
    </dgm:pt>
    <dgm:pt modelId="{C2B9E3A6-ACDA-5747-A0F6-7F2D495F0391}" type="parTrans" cxnId="{A8E0453F-54A2-A947-B583-DCCF31EE92A3}">
      <dgm:prSet/>
      <dgm:spPr/>
    </dgm:pt>
    <dgm:pt modelId="{E39478CF-2759-D343-AA77-6F8ACE77FAAA}" type="sibTrans" cxnId="{A8E0453F-54A2-A947-B583-DCCF31EE92A3}">
      <dgm:prSet/>
      <dgm:spPr/>
    </dgm:pt>
    <dgm:pt modelId="{775A8D0F-6900-E845-914A-9740AAB0EA1F}">
      <dgm:prSet/>
      <dgm:spPr/>
      <dgm:t>
        <a:bodyPr/>
        <a:lstStyle/>
        <a:p>
          <a:r>
            <a:rPr lang="en-US" b="0" i="0" u="none" dirty="0"/>
            <a:t>Preserve bounding box alignment</a:t>
          </a:r>
          <a:endParaRPr lang="en-US" dirty="0"/>
        </a:p>
      </dgm:t>
    </dgm:pt>
    <dgm:pt modelId="{A5FE4400-1ED0-DB44-87DD-621A51F0A71C}" type="parTrans" cxnId="{38454609-6FDC-6F4D-8D14-2B301AA2BA3F}">
      <dgm:prSet/>
      <dgm:spPr/>
    </dgm:pt>
    <dgm:pt modelId="{A003FFEA-C351-D54A-AC95-A4FB61F92BC1}" type="sibTrans" cxnId="{38454609-6FDC-6F4D-8D14-2B301AA2BA3F}">
      <dgm:prSet/>
      <dgm:spPr/>
    </dgm:pt>
    <dgm:pt modelId="{6646EC26-9485-DA4A-9FEF-7A11787C5D9F}">
      <dgm:prSet/>
      <dgm:spPr/>
      <dgm:t>
        <a:bodyPr/>
        <a:lstStyle/>
        <a:p>
          <a:pPr>
            <a:buNone/>
          </a:pPr>
          <a:r>
            <a:rPr lang="en-US" b="1" dirty="0"/>
            <a:t>Validation:</a:t>
          </a:r>
          <a:r>
            <a:rPr lang="en-US" dirty="0"/>
            <a:t> Visual inspection confirms </a:t>
          </a:r>
          <a:r>
            <a:rPr lang="en-US" dirty="0" err="1"/>
            <a:t>bbox</a:t>
          </a:r>
          <a:r>
            <a:rPr lang="en-US" dirty="0"/>
            <a:t> alignment post-enhancement</a:t>
          </a:r>
        </a:p>
      </dgm:t>
    </dgm:pt>
    <dgm:pt modelId="{FCE9FF2B-FB62-B04D-B736-9185C3E2A451}" type="parTrans" cxnId="{D9070F09-BD18-7548-8873-592BFD641275}">
      <dgm:prSet/>
      <dgm:spPr/>
    </dgm:pt>
    <dgm:pt modelId="{C201A5C9-2877-E246-8C7B-338584D64001}" type="sibTrans" cxnId="{D9070F09-BD18-7548-8873-592BFD641275}">
      <dgm:prSet/>
      <dgm:spPr/>
    </dgm:pt>
    <dgm:pt modelId="{5A18ED4C-FC1A-FF4F-B66D-74C6B2AB793E}">
      <dgm:prSet/>
      <dgm:spPr/>
      <dgm:t>
        <a:bodyPr/>
        <a:lstStyle/>
        <a:p>
          <a:endParaRPr lang="en-US" dirty="0"/>
        </a:p>
      </dgm:t>
    </dgm:pt>
    <dgm:pt modelId="{592150BA-0363-2E49-BC6E-8B94A7CD4917}" type="parTrans" cxnId="{72FC0CF2-AC9B-054D-89B2-96699824D832}">
      <dgm:prSet/>
      <dgm:spPr/>
    </dgm:pt>
    <dgm:pt modelId="{E07F80DC-642E-DD40-A261-E03E7B68A781}" type="sibTrans" cxnId="{72FC0CF2-AC9B-054D-89B2-96699824D832}">
      <dgm:prSet/>
      <dgm:spPr/>
    </dgm:pt>
    <dgm:pt modelId="{9DDA503D-C97A-7943-B745-4244EA5646E8}">
      <dgm:prSet/>
      <dgm:spPr/>
      <dgm:t>
        <a:bodyPr/>
        <a:lstStyle/>
        <a:p>
          <a:endParaRPr lang="en-US" dirty="0"/>
        </a:p>
      </dgm:t>
    </dgm:pt>
    <dgm:pt modelId="{73246B00-B05D-1D4A-B3E5-4E40A33777E9}" type="parTrans" cxnId="{E617B822-326E-284B-A9D0-9DB1B2DF61B2}">
      <dgm:prSet/>
      <dgm:spPr/>
    </dgm:pt>
    <dgm:pt modelId="{B49FC4F4-49DD-2B49-8885-0A3C45D1BF7E}" type="sibTrans" cxnId="{E617B822-326E-284B-A9D0-9DB1B2DF61B2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9070F09-BD18-7548-8873-592BFD641275}" srcId="{162F9166-4AE9-4DA2-B0AE-433BA3FE6DB7}" destId="{6646EC26-9485-DA4A-9FEF-7A11787C5D9F}" srcOrd="5" destOrd="0" parTransId="{FCE9FF2B-FB62-B04D-B736-9185C3E2A451}" sibTransId="{C201A5C9-2877-E246-8C7B-338584D64001}"/>
    <dgm:cxn modelId="{38454609-6FDC-6F4D-8D14-2B301AA2BA3F}" srcId="{162F9166-4AE9-4DA2-B0AE-433BA3FE6DB7}" destId="{775A8D0F-6900-E845-914A-9740AAB0EA1F}" srcOrd="3" destOrd="0" parTransId="{A5FE4400-1ED0-DB44-87DD-621A51F0A71C}" sibTransId="{A003FFEA-C351-D54A-AC95-A4FB61F92BC1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CDEE891B-E1A8-3046-83DC-71AE2BA119A4}" srcId="{162F9166-4AE9-4DA2-B0AE-433BA3FE6DB7}" destId="{9C4D95A4-25D1-024D-8A91-D6851D22CE74}" srcOrd="7" destOrd="0" parTransId="{7C588DA2-30D5-3047-A74D-D9CA67C62348}" sibTransId="{BEC9758E-A73F-3B45-81D8-590E73B73BA9}"/>
    <dgm:cxn modelId="{E617B822-326E-284B-A9D0-9DB1B2DF61B2}" srcId="{162F9166-4AE9-4DA2-B0AE-433BA3FE6DB7}" destId="{9DDA503D-C97A-7943-B745-4244EA5646E8}" srcOrd="6" destOrd="0" parTransId="{73246B00-B05D-1D4A-B3E5-4E40A33777E9}" sibTransId="{B49FC4F4-49DD-2B49-8885-0A3C45D1BF7E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230EB135-DF39-644F-A8BC-85F6CB3BA435}" type="presOf" srcId="{5A18ED4C-FC1A-FF4F-B66D-74C6B2AB793E}" destId="{389FED8C-1943-494A-9799-D4EEB7F43B23}" srcOrd="0" destOrd="4" presId="urn:microsoft.com/office/officeart/2005/8/layout/list1"/>
    <dgm:cxn modelId="{6C0F203C-BB02-BA4D-8979-799ACC3ED9DA}" type="presOf" srcId="{9C4D95A4-25D1-024D-8A91-D6851D22CE74}" destId="{389FED8C-1943-494A-9799-D4EEB7F43B23}" srcOrd="0" destOrd="7" presId="urn:microsoft.com/office/officeart/2005/8/layout/list1"/>
    <dgm:cxn modelId="{A8E0453F-54A2-A947-B583-DCCF31EE92A3}" srcId="{162F9166-4AE9-4DA2-B0AE-433BA3FE6DB7}" destId="{818371BD-6BCF-084C-8741-207FEDDA5C87}" srcOrd="2" destOrd="0" parTransId="{C2B9E3A6-ACDA-5747-A0F6-7F2D495F0391}" sibTransId="{E39478CF-2759-D343-AA77-6F8ACE77FAAA}"/>
    <dgm:cxn modelId="{6EE59A4D-7701-E647-ADB6-AC18355DC0B1}" type="presOf" srcId="{8012B219-E016-4B83-ACC9-5C6C364A4796}" destId="{389FED8C-1943-494A-9799-D4EEB7F43B23}" srcOrd="0" destOrd="1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7A09FB67-DA6E-0649-BD5A-545CDE2D1542}" type="presOf" srcId="{6646EC26-9485-DA4A-9FEF-7A11787C5D9F}" destId="{389FED8C-1943-494A-9799-D4EEB7F43B23}" srcOrd="0" destOrd="5" presId="urn:microsoft.com/office/officeart/2005/8/layout/list1"/>
    <dgm:cxn modelId="{3A9E2769-9FF2-F843-9269-A05A5D916A6C}" type="presOf" srcId="{818371BD-6BCF-084C-8741-207FEDDA5C87}" destId="{389FED8C-1943-494A-9799-D4EEB7F43B23}" srcOrd="0" destOrd="2" presId="urn:microsoft.com/office/officeart/2005/8/layout/list1"/>
    <dgm:cxn modelId="{E3858F7E-0146-49B9-AF41-29D341C2B41A}" srcId="{162F9166-4AE9-4DA2-B0AE-433BA3FE6DB7}" destId="{8012B219-E016-4B83-ACC9-5C6C364A4796}" srcOrd="1" destOrd="0" parTransId="{06686B89-B572-444E-9CAF-97327D0C0CAE}" sibTransId="{901D9B9A-8B01-4C1D-934B-5DF3F5790CF9}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6" presId="urn:microsoft.com/office/officeart/2005/8/layout/list1"/>
    <dgm:cxn modelId="{72FC0CF2-AC9B-054D-89B2-96699824D832}" srcId="{162F9166-4AE9-4DA2-B0AE-433BA3FE6DB7}" destId="{5A18ED4C-FC1A-FF4F-B66D-74C6B2AB793E}" srcOrd="4" destOrd="0" parTransId="{592150BA-0363-2E49-BC6E-8B94A7CD4917}" sibTransId="{E07F80DC-642E-DD40-A261-E03E7B68A781}"/>
    <dgm:cxn modelId="{22E18CF3-EEA1-3342-9723-C73FA756A44F}" type="presOf" srcId="{775A8D0F-6900-E845-914A-9740AAB0EA1F}" destId="{389FED8C-1943-494A-9799-D4EEB7F43B23}" srcOrd="0" destOrd="3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Data Augmentation Strategy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Bounding-Box Preserving Transformations: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r>
            <a:rPr lang="en-US" b="1" dirty="0"/>
            <a:t>Key Principle:</a:t>
          </a:r>
          <a:r>
            <a:rPr lang="en-US" dirty="0"/>
            <a:t> Introduce realistic variations a road-facing camera would encounter</a:t>
          </a:r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DF1E8BD5-46C9-8A45-B173-67F866F3301D}">
      <dgm:prSet/>
      <dgm:spPr/>
      <dgm:t>
        <a:bodyPr/>
        <a:lstStyle/>
        <a:p>
          <a:endParaRPr lang="en-US" dirty="0"/>
        </a:p>
      </dgm:t>
    </dgm:pt>
    <dgm:pt modelId="{2717648E-C5F2-1E45-9309-110300C744C6}" type="parTrans" cxnId="{E111A6F7-D761-AD4A-879F-6E0E9B10F5B2}">
      <dgm:prSet/>
      <dgm:spPr/>
      <dgm:t>
        <a:bodyPr/>
        <a:lstStyle/>
        <a:p>
          <a:endParaRPr lang="en-US"/>
        </a:p>
      </dgm:t>
    </dgm:pt>
    <dgm:pt modelId="{7EC1879D-7C7C-944B-917D-74BB025BB9C6}" type="sibTrans" cxnId="{E111A6F7-D761-AD4A-879F-6E0E9B10F5B2}">
      <dgm:prSet/>
      <dgm:spPr/>
      <dgm:t>
        <a:bodyPr/>
        <a:lstStyle/>
        <a:p>
          <a:endParaRPr lang="en-US"/>
        </a:p>
      </dgm:t>
    </dgm:pt>
    <dgm:pt modelId="{0769D294-0FFC-8849-9858-5DEA46712A08}">
      <dgm:prSet/>
      <dgm:spPr/>
      <dgm:t>
        <a:bodyPr/>
        <a:lstStyle/>
        <a:p>
          <a:endParaRPr lang="en-US" dirty="0"/>
        </a:p>
      </dgm:t>
    </dgm:pt>
    <dgm:pt modelId="{03E39D81-BF8C-8346-BB55-C8185D7CDC6B}" type="parTrans" cxnId="{75F8470E-24E9-5448-A1A2-52B8D7E69767}">
      <dgm:prSet/>
      <dgm:spPr/>
      <dgm:t>
        <a:bodyPr/>
        <a:lstStyle/>
        <a:p>
          <a:endParaRPr lang="en-US"/>
        </a:p>
      </dgm:t>
    </dgm:pt>
    <dgm:pt modelId="{E5CB74D6-2ECC-C34A-9DE3-06A71D0C3DD5}" type="sibTrans" cxnId="{75F8470E-24E9-5448-A1A2-52B8D7E69767}">
      <dgm:prSet/>
      <dgm:spPr/>
      <dgm:t>
        <a:bodyPr/>
        <a:lstStyle/>
        <a:p>
          <a:endParaRPr lang="en-US"/>
        </a:p>
      </dgm:t>
    </dgm:pt>
    <dgm:pt modelId="{4346605A-FD00-CD4E-B20C-1C60FB51F63B}">
      <dgm:prSet/>
      <dgm:spPr/>
      <dgm:t>
        <a:bodyPr/>
        <a:lstStyle/>
        <a:p>
          <a:endParaRPr lang="en-US" dirty="0"/>
        </a:p>
      </dgm:t>
    </dgm:pt>
    <dgm:pt modelId="{0B6690D3-E3CC-C24E-BB66-BC9A67A728AA}" type="parTrans" cxnId="{1D42251F-9C07-E540-9F5A-D1C2DF88E56E}">
      <dgm:prSet/>
      <dgm:spPr/>
      <dgm:t>
        <a:bodyPr/>
        <a:lstStyle/>
        <a:p>
          <a:endParaRPr lang="en-US"/>
        </a:p>
      </dgm:t>
    </dgm:pt>
    <dgm:pt modelId="{0906EE20-98F2-3D47-BA12-7F8591B20AED}" type="sibTrans" cxnId="{1D42251F-9C07-E540-9F5A-D1C2DF88E56E}">
      <dgm:prSet/>
      <dgm:spPr/>
      <dgm:t>
        <a:bodyPr/>
        <a:lstStyle/>
        <a:p>
          <a:endParaRPr lang="en-US"/>
        </a:p>
      </dgm:t>
    </dgm:pt>
    <dgm:pt modelId="{3B2E2CE5-5097-3246-BDFE-2861F5E52AF5}">
      <dgm:prSet/>
      <dgm:spPr/>
      <dgm:t>
        <a:bodyPr/>
        <a:lstStyle/>
        <a:p>
          <a:endParaRPr lang="en-US" dirty="0"/>
        </a:p>
      </dgm:t>
    </dgm:pt>
    <dgm:pt modelId="{A385024F-DD60-E346-9EB7-F2655B0DB2C0}" type="parTrans" cxnId="{E2F7A483-7853-B94A-A27C-629F0A0D8F6C}">
      <dgm:prSet/>
      <dgm:spPr/>
      <dgm:t>
        <a:bodyPr/>
        <a:lstStyle/>
        <a:p>
          <a:endParaRPr lang="en-US"/>
        </a:p>
      </dgm:t>
    </dgm:pt>
    <dgm:pt modelId="{FFB2163D-B0C3-1D44-99A2-7C565464C418}" type="sibTrans" cxnId="{E2F7A483-7853-B94A-A27C-629F0A0D8F6C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r>
            <a:rPr lang="en-US" b="1" dirty="0"/>
            <a:t>Night Images:</a:t>
          </a:r>
          <a:r>
            <a:rPr lang="en-US" dirty="0"/>
            <a:t> Received heavier augmentation to balance dataset distribution</a:t>
          </a:r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8E2D04E1-D9A5-2B4B-A5C4-0F3D6710D65F}">
      <dgm:prSet/>
      <dgm:spPr/>
      <dgm:t>
        <a:bodyPr/>
        <a:lstStyle/>
        <a:p>
          <a:endParaRPr lang="en-US" dirty="0"/>
        </a:p>
      </dgm:t>
    </dgm:pt>
    <dgm:pt modelId="{D4E51340-1787-A742-9C66-7C1771700732}" type="parTrans" cxnId="{5148B123-9DD2-E845-94BE-55100CBCA8C9}">
      <dgm:prSet/>
      <dgm:spPr/>
    </dgm:pt>
    <dgm:pt modelId="{BDB5CC9F-C643-D04C-81DD-716CF3CEA84D}" type="sibTrans" cxnId="{5148B123-9DD2-E845-94BE-55100CBCA8C9}">
      <dgm:prSet/>
      <dgm:spPr/>
    </dgm:pt>
    <dgm:pt modelId="{F4B8ED1A-EFDE-8D45-A807-4C8630F51C0D}">
      <dgm:prSet/>
      <dgm:spPr/>
      <dgm:t>
        <a:bodyPr/>
        <a:lstStyle/>
        <a:p>
          <a:endParaRPr lang="en-US" dirty="0"/>
        </a:p>
      </dgm:t>
    </dgm:pt>
    <dgm:pt modelId="{CC79FAE7-120D-7D40-9248-247C1A57D2B5}" type="parTrans" cxnId="{EEE55660-908E-C14F-8EC4-4616B9DE24B8}">
      <dgm:prSet/>
      <dgm:spPr/>
    </dgm:pt>
    <dgm:pt modelId="{30213466-ED6D-7F4E-AFAD-AB97DB1478F1}" type="sibTrans" cxnId="{EEE55660-908E-C14F-8EC4-4616B9DE24B8}">
      <dgm:prSet/>
      <dgm:spPr/>
    </dgm:pt>
    <dgm:pt modelId="{8125A9A0-88C2-174A-8988-D29CE6BE7866}">
      <dgm:prSet/>
      <dgm:spPr/>
      <dgm:t>
        <a:bodyPr/>
        <a:lstStyle/>
        <a:p>
          <a:endParaRPr lang="en-US" dirty="0"/>
        </a:p>
      </dgm:t>
    </dgm:pt>
    <dgm:pt modelId="{C15708CB-5E1F-1648-8661-85A1FD17556F}" type="parTrans" cxnId="{145D74B3-949A-F847-AE6E-0E21E8D55B88}">
      <dgm:prSet/>
      <dgm:spPr/>
    </dgm:pt>
    <dgm:pt modelId="{684A8745-C568-2141-9435-F4D2EB9B663F}" type="sibTrans" cxnId="{145D74B3-949A-F847-AE6E-0E21E8D55B88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5F8470E-24E9-5448-A1A2-52B8D7E69767}" srcId="{162F9166-4AE9-4DA2-B0AE-433BA3FE6DB7}" destId="{0769D294-0FFC-8849-9858-5DEA46712A08}" srcOrd="2" destOrd="0" parTransId="{03E39D81-BF8C-8346-BB55-C8185D7CDC6B}" sibTransId="{E5CB74D6-2ECC-C34A-9DE3-06A71D0C3DD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42251F-9C07-E540-9F5A-D1C2DF88E56E}" srcId="{162F9166-4AE9-4DA2-B0AE-433BA3FE6DB7}" destId="{4346605A-FD00-CD4E-B20C-1C60FB51F63B}" srcOrd="3" destOrd="0" parTransId="{0B6690D3-E3CC-C24E-BB66-BC9A67A728AA}" sibTransId="{0906EE20-98F2-3D47-BA12-7F8591B20AED}"/>
    <dgm:cxn modelId="{E617B822-326E-284B-A9D0-9DB1B2DF61B2}" srcId="{162F9166-4AE9-4DA2-B0AE-433BA3FE6DB7}" destId="{9DDA503D-C97A-7943-B745-4244EA5646E8}" srcOrd="8" destOrd="0" parTransId="{73246B00-B05D-1D4A-B3E5-4E40A33777E9}" sibTransId="{B49FC4F4-49DD-2B49-8885-0A3C45D1BF7E}"/>
    <dgm:cxn modelId="{5148B123-9DD2-E845-94BE-55100CBCA8C9}" srcId="{162F9166-4AE9-4DA2-B0AE-433BA3FE6DB7}" destId="{8E2D04E1-D9A5-2B4B-A5C4-0F3D6710D65F}" srcOrd="4" destOrd="0" parTransId="{D4E51340-1787-A742-9C66-7C1771700732}" sibTransId="{BDB5CC9F-C643-D04C-81DD-716CF3CEA84D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72FB232C-2BEE-394A-8758-F94535548C70}" type="presOf" srcId="{3B2E2CE5-5097-3246-BDFE-2861F5E52AF5}" destId="{389FED8C-1943-494A-9799-D4EEB7F43B23}" srcOrd="0" destOrd="7" presId="urn:microsoft.com/office/officeart/2005/8/layout/list1"/>
    <dgm:cxn modelId="{8757473E-27EE-1A4C-856D-7877975D4853}" type="presOf" srcId="{8125A9A0-88C2-174A-8988-D29CE6BE7866}" destId="{389FED8C-1943-494A-9799-D4EEB7F43B23}" srcOrd="0" destOrd="6" presId="urn:microsoft.com/office/officeart/2005/8/layout/list1"/>
    <dgm:cxn modelId="{EEE55660-908E-C14F-8EC4-4616B9DE24B8}" srcId="{162F9166-4AE9-4DA2-B0AE-433BA3FE6DB7}" destId="{F4B8ED1A-EFDE-8D45-A807-4C8630F51C0D}" srcOrd="5" destOrd="0" parTransId="{CC79FAE7-120D-7D40-9248-247C1A57D2B5}" sibTransId="{30213466-ED6D-7F4E-AFAD-AB97DB1478F1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27836369-CB9E-4D47-A63E-7623DF6C2439}" type="presOf" srcId="{8E2D04E1-D9A5-2B4B-A5C4-0F3D6710D65F}" destId="{389FED8C-1943-494A-9799-D4EEB7F43B23}" srcOrd="0" destOrd="4" presId="urn:microsoft.com/office/officeart/2005/8/layout/list1"/>
    <dgm:cxn modelId="{115A286C-3D34-9745-8F2A-3A4F2DCDDFC7}" type="presOf" srcId="{0769D294-0FFC-8849-9858-5DEA46712A08}" destId="{389FED8C-1943-494A-9799-D4EEB7F43B23}" srcOrd="0" destOrd="2" presId="urn:microsoft.com/office/officeart/2005/8/layout/list1"/>
    <dgm:cxn modelId="{BDE67978-FC57-AF48-9173-ECF0745D3864}" type="presOf" srcId="{DF1E8BD5-46C9-8A45-B173-67F866F3301D}" destId="{389FED8C-1943-494A-9799-D4EEB7F43B23}" srcOrd="0" destOrd="1" presId="urn:microsoft.com/office/officeart/2005/8/layout/list1"/>
    <dgm:cxn modelId="{E2F7A483-7853-B94A-A27C-629F0A0D8F6C}" srcId="{162F9166-4AE9-4DA2-B0AE-433BA3FE6DB7}" destId="{3B2E2CE5-5097-3246-BDFE-2861F5E52AF5}" srcOrd="7" destOrd="0" parTransId="{A385024F-DD60-E346-9EB7-F2655B0DB2C0}" sibTransId="{FFB2163D-B0C3-1D44-99A2-7C565464C418}"/>
    <dgm:cxn modelId="{4D556A85-6667-D949-B1A2-D5ACFBE56246}" srcId="{162F9166-4AE9-4DA2-B0AE-433BA3FE6DB7}" destId="{4D645EC5-4017-DE4F-9191-52F600E6663F}" srcOrd="9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9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ACC55A0-FC01-2D4A-A0EC-9510750B422E}" type="presOf" srcId="{F4B8ED1A-EFDE-8D45-A807-4C8630F51C0D}" destId="{389FED8C-1943-494A-9799-D4EEB7F43B23}" srcOrd="0" destOrd="5" presId="urn:microsoft.com/office/officeart/2005/8/layout/list1"/>
    <dgm:cxn modelId="{145D74B3-949A-F847-AE6E-0E21E8D55B88}" srcId="{162F9166-4AE9-4DA2-B0AE-433BA3FE6DB7}" destId="{8125A9A0-88C2-174A-8988-D29CE6BE7866}" srcOrd="6" destOrd="0" parTransId="{C15708CB-5E1F-1648-8661-85A1FD17556F}" sibTransId="{684A8745-C568-2141-9435-F4D2EB9B663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8" presId="urn:microsoft.com/office/officeart/2005/8/layout/list1"/>
    <dgm:cxn modelId="{DC8BC7F1-DEA8-D14A-8E6D-20B5D244B15B}" type="presOf" srcId="{4346605A-FD00-CD4E-B20C-1C60FB51F63B}" destId="{389FED8C-1943-494A-9799-D4EEB7F43B23}" srcOrd="0" destOrd="3" presId="urn:microsoft.com/office/officeart/2005/8/layout/list1"/>
    <dgm:cxn modelId="{E111A6F7-D761-AD4A-879F-6E0E9B10F5B2}" srcId="{162F9166-4AE9-4DA2-B0AE-433BA3FE6DB7}" destId="{DF1E8BD5-46C9-8A45-B173-67F866F3301D}" srcOrd="1" destOrd="0" parTransId="{2717648E-C5F2-1E45-9309-110300C744C6}" sibTransId="{7EC1879D-7C7C-944B-917D-74BB025BB9C6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Model Architectures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Three Detector Families Evaluated: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r>
            <a:rPr lang="en-US" b="1" dirty="0"/>
            <a:t>Transfer Learning:</a:t>
          </a:r>
          <a:r>
            <a:rPr lang="en-US" dirty="0"/>
            <a:t> All models initialized with pretrained weights, fine-tuned on dataset</a:t>
          </a:r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DF1E8BD5-46C9-8A45-B173-67F866F3301D}">
      <dgm:prSet/>
      <dgm:spPr/>
      <dgm:t>
        <a:bodyPr/>
        <a:lstStyle/>
        <a:p>
          <a:endParaRPr lang="en-US" dirty="0"/>
        </a:p>
      </dgm:t>
    </dgm:pt>
    <dgm:pt modelId="{2717648E-C5F2-1E45-9309-110300C744C6}" type="parTrans" cxnId="{E111A6F7-D761-AD4A-879F-6E0E9B10F5B2}">
      <dgm:prSet/>
      <dgm:spPr/>
      <dgm:t>
        <a:bodyPr/>
        <a:lstStyle/>
        <a:p>
          <a:endParaRPr lang="en-US"/>
        </a:p>
      </dgm:t>
    </dgm:pt>
    <dgm:pt modelId="{7EC1879D-7C7C-944B-917D-74BB025BB9C6}" type="sibTrans" cxnId="{E111A6F7-D761-AD4A-879F-6E0E9B10F5B2}">
      <dgm:prSet/>
      <dgm:spPr/>
      <dgm:t>
        <a:bodyPr/>
        <a:lstStyle/>
        <a:p>
          <a:endParaRPr lang="en-US"/>
        </a:p>
      </dgm:t>
    </dgm:pt>
    <dgm:pt modelId="{0769D294-0FFC-8849-9858-5DEA46712A08}">
      <dgm:prSet/>
      <dgm:spPr/>
      <dgm:t>
        <a:bodyPr/>
        <a:lstStyle/>
        <a:p>
          <a:endParaRPr lang="en-US" dirty="0"/>
        </a:p>
      </dgm:t>
    </dgm:pt>
    <dgm:pt modelId="{03E39D81-BF8C-8346-BB55-C8185D7CDC6B}" type="parTrans" cxnId="{75F8470E-24E9-5448-A1A2-52B8D7E69767}">
      <dgm:prSet/>
      <dgm:spPr/>
      <dgm:t>
        <a:bodyPr/>
        <a:lstStyle/>
        <a:p>
          <a:endParaRPr lang="en-US"/>
        </a:p>
      </dgm:t>
    </dgm:pt>
    <dgm:pt modelId="{E5CB74D6-2ECC-C34A-9DE3-06A71D0C3DD5}" type="sibTrans" cxnId="{75F8470E-24E9-5448-A1A2-52B8D7E69767}">
      <dgm:prSet/>
      <dgm:spPr/>
      <dgm:t>
        <a:bodyPr/>
        <a:lstStyle/>
        <a:p>
          <a:endParaRPr lang="en-US"/>
        </a:p>
      </dgm:t>
    </dgm:pt>
    <dgm:pt modelId="{4346605A-FD00-CD4E-B20C-1C60FB51F63B}">
      <dgm:prSet/>
      <dgm:spPr/>
      <dgm:t>
        <a:bodyPr/>
        <a:lstStyle/>
        <a:p>
          <a:endParaRPr lang="en-US" dirty="0"/>
        </a:p>
      </dgm:t>
    </dgm:pt>
    <dgm:pt modelId="{0B6690D3-E3CC-C24E-BB66-BC9A67A728AA}" type="parTrans" cxnId="{1D42251F-9C07-E540-9F5A-D1C2DF88E56E}">
      <dgm:prSet/>
      <dgm:spPr/>
      <dgm:t>
        <a:bodyPr/>
        <a:lstStyle/>
        <a:p>
          <a:endParaRPr lang="en-US"/>
        </a:p>
      </dgm:t>
    </dgm:pt>
    <dgm:pt modelId="{0906EE20-98F2-3D47-BA12-7F8591B20AED}" type="sibTrans" cxnId="{1D42251F-9C07-E540-9F5A-D1C2DF88E56E}">
      <dgm:prSet/>
      <dgm:spPr/>
      <dgm:t>
        <a:bodyPr/>
        <a:lstStyle/>
        <a:p>
          <a:endParaRPr lang="en-US"/>
        </a:p>
      </dgm:t>
    </dgm:pt>
    <dgm:pt modelId="{3B2E2CE5-5097-3246-BDFE-2861F5E52AF5}">
      <dgm:prSet/>
      <dgm:spPr/>
      <dgm:t>
        <a:bodyPr/>
        <a:lstStyle/>
        <a:p>
          <a:endParaRPr lang="en-US" dirty="0"/>
        </a:p>
      </dgm:t>
    </dgm:pt>
    <dgm:pt modelId="{A385024F-DD60-E346-9EB7-F2655B0DB2C0}" type="parTrans" cxnId="{E2F7A483-7853-B94A-A27C-629F0A0D8F6C}">
      <dgm:prSet/>
      <dgm:spPr/>
      <dgm:t>
        <a:bodyPr/>
        <a:lstStyle/>
        <a:p>
          <a:endParaRPr lang="en-US"/>
        </a:p>
      </dgm:t>
    </dgm:pt>
    <dgm:pt modelId="{FFB2163D-B0C3-1D44-99A2-7C565464C418}" type="sibTrans" cxnId="{E2F7A483-7853-B94A-A27C-629F0A0D8F6C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8E2D04E1-D9A5-2B4B-A5C4-0F3D6710D65F}">
      <dgm:prSet/>
      <dgm:spPr/>
      <dgm:t>
        <a:bodyPr/>
        <a:lstStyle/>
        <a:p>
          <a:endParaRPr lang="en-US" dirty="0"/>
        </a:p>
      </dgm:t>
    </dgm:pt>
    <dgm:pt modelId="{D4E51340-1787-A742-9C66-7C1771700732}" type="parTrans" cxnId="{5148B123-9DD2-E845-94BE-55100CBCA8C9}">
      <dgm:prSet/>
      <dgm:spPr/>
    </dgm:pt>
    <dgm:pt modelId="{BDB5CC9F-C643-D04C-81DD-716CF3CEA84D}" type="sibTrans" cxnId="{5148B123-9DD2-E845-94BE-55100CBCA8C9}">
      <dgm:prSet/>
      <dgm:spPr/>
    </dgm:pt>
    <dgm:pt modelId="{F4B8ED1A-EFDE-8D45-A807-4C8630F51C0D}">
      <dgm:prSet/>
      <dgm:spPr/>
      <dgm:t>
        <a:bodyPr/>
        <a:lstStyle/>
        <a:p>
          <a:endParaRPr lang="en-US" dirty="0"/>
        </a:p>
      </dgm:t>
    </dgm:pt>
    <dgm:pt modelId="{CC79FAE7-120D-7D40-9248-247C1A57D2B5}" type="parTrans" cxnId="{EEE55660-908E-C14F-8EC4-4616B9DE24B8}">
      <dgm:prSet/>
      <dgm:spPr/>
    </dgm:pt>
    <dgm:pt modelId="{30213466-ED6D-7F4E-AFAD-AB97DB1478F1}" type="sibTrans" cxnId="{EEE55660-908E-C14F-8EC4-4616B9DE24B8}">
      <dgm:prSet/>
      <dgm:spPr/>
    </dgm:pt>
    <dgm:pt modelId="{8125A9A0-88C2-174A-8988-D29CE6BE7866}">
      <dgm:prSet/>
      <dgm:spPr/>
      <dgm:t>
        <a:bodyPr/>
        <a:lstStyle/>
        <a:p>
          <a:endParaRPr lang="en-US" dirty="0"/>
        </a:p>
      </dgm:t>
    </dgm:pt>
    <dgm:pt modelId="{C15708CB-5E1F-1648-8661-85A1FD17556F}" type="parTrans" cxnId="{145D74B3-949A-F847-AE6E-0E21E8D55B88}">
      <dgm:prSet/>
      <dgm:spPr/>
    </dgm:pt>
    <dgm:pt modelId="{684A8745-C568-2141-9435-F4D2EB9B663F}" type="sibTrans" cxnId="{145D74B3-949A-F847-AE6E-0E21E8D55B88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5F8470E-24E9-5448-A1A2-52B8D7E69767}" srcId="{162F9166-4AE9-4DA2-B0AE-433BA3FE6DB7}" destId="{0769D294-0FFC-8849-9858-5DEA46712A08}" srcOrd="2" destOrd="0" parTransId="{03E39D81-BF8C-8346-BB55-C8185D7CDC6B}" sibTransId="{E5CB74D6-2ECC-C34A-9DE3-06A71D0C3DD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42251F-9C07-E540-9F5A-D1C2DF88E56E}" srcId="{162F9166-4AE9-4DA2-B0AE-433BA3FE6DB7}" destId="{4346605A-FD00-CD4E-B20C-1C60FB51F63B}" srcOrd="3" destOrd="0" parTransId="{0B6690D3-E3CC-C24E-BB66-BC9A67A728AA}" sibTransId="{0906EE20-98F2-3D47-BA12-7F8591B20AED}"/>
    <dgm:cxn modelId="{E617B822-326E-284B-A9D0-9DB1B2DF61B2}" srcId="{162F9166-4AE9-4DA2-B0AE-433BA3FE6DB7}" destId="{9DDA503D-C97A-7943-B745-4244EA5646E8}" srcOrd="8" destOrd="0" parTransId="{73246B00-B05D-1D4A-B3E5-4E40A33777E9}" sibTransId="{B49FC4F4-49DD-2B49-8885-0A3C45D1BF7E}"/>
    <dgm:cxn modelId="{5148B123-9DD2-E845-94BE-55100CBCA8C9}" srcId="{162F9166-4AE9-4DA2-B0AE-433BA3FE6DB7}" destId="{8E2D04E1-D9A5-2B4B-A5C4-0F3D6710D65F}" srcOrd="4" destOrd="0" parTransId="{D4E51340-1787-A742-9C66-7C1771700732}" sibTransId="{BDB5CC9F-C643-D04C-81DD-716CF3CEA84D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72FB232C-2BEE-394A-8758-F94535548C70}" type="presOf" srcId="{3B2E2CE5-5097-3246-BDFE-2861F5E52AF5}" destId="{389FED8C-1943-494A-9799-D4EEB7F43B23}" srcOrd="0" destOrd="7" presId="urn:microsoft.com/office/officeart/2005/8/layout/list1"/>
    <dgm:cxn modelId="{8757473E-27EE-1A4C-856D-7877975D4853}" type="presOf" srcId="{8125A9A0-88C2-174A-8988-D29CE6BE7866}" destId="{389FED8C-1943-494A-9799-D4EEB7F43B23}" srcOrd="0" destOrd="6" presId="urn:microsoft.com/office/officeart/2005/8/layout/list1"/>
    <dgm:cxn modelId="{EEE55660-908E-C14F-8EC4-4616B9DE24B8}" srcId="{162F9166-4AE9-4DA2-B0AE-433BA3FE6DB7}" destId="{F4B8ED1A-EFDE-8D45-A807-4C8630F51C0D}" srcOrd="5" destOrd="0" parTransId="{CC79FAE7-120D-7D40-9248-247C1A57D2B5}" sibTransId="{30213466-ED6D-7F4E-AFAD-AB97DB1478F1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27836369-CB9E-4D47-A63E-7623DF6C2439}" type="presOf" srcId="{8E2D04E1-D9A5-2B4B-A5C4-0F3D6710D65F}" destId="{389FED8C-1943-494A-9799-D4EEB7F43B23}" srcOrd="0" destOrd="4" presId="urn:microsoft.com/office/officeart/2005/8/layout/list1"/>
    <dgm:cxn modelId="{115A286C-3D34-9745-8F2A-3A4F2DCDDFC7}" type="presOf" srcId="{0769D294-0FFC-8849-9858-5DEA46712A08}" destId="{389FED8C-1943-494A-9799-D4EEB7F43B23}" srcOrd="0" destOrd="2" presId="urn:microsoft.com/office/officeart/2005/8/layout/list1"/>
    <dgm:cxn modelId="{BDE67978-FC57-AF48-9173-ECF0745D3864}" type="presOf" srcId="{DF1E8BD5-46C9-8A45-B173-67F866F3301D}" destId="{389FED8C-1943-494A-9799-D4EEB7F43B23}" srcOrd="0" destOrd="1" presId="urn:microsoft.com/office/officeart/2005/8/layout/list1"/>
    <dgm:cxn modelId="{E2F7A483-7853-B94A-A27C-629F0A0D8F6C}" srcId="{162F9166-4AE9-4DA2-B0AE-433BA3FE6DB7}" destId="{3B2E2CE5-5097-3246-BDFE-2861F5E52AF5}" srcOrd="7" destOrd="0" parTransId="{A385024F-DD60-E346-9EB7-F2655B0DB2C0}" sibTransId="{FFB2163D-B0C3-1D44-99A2-7C565464C418}"/>
    <dgm:cxn modelId="{4D556A85-6667-D949-B1A2-D5ACFBE56246}" srcId="{162F9166-4AE9-4DA2-B0AE-433BA3FE6DB7}" destId="{4D645EC5-4017-DE4F-9191-52F600E6663F}" srcOrd="9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9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ACC55A0-FC01-2D4A-A0EC-9510750B422E}" type="presOf" srcId="{F4B8ED1A-EFDE-8D45-A807-4C8630F51C0D}" destId="{389FED8C-1943-494A-9799-D4EEB7F43B23}" srcOrd="0" destOrd="5" presId="urn:microsoft.com/office/officeart/2005/8/layout/list1"/>
    <dgm:cxn modelId="{145D74B3-949A-F847-AE6E-0E21E8D55B88}" srcId="{162F9166-4AE9-4DA2-B0AE-433BA3FE6DB7}" destId="{8125A9A0-88C2-174A-8988-D29CE6BE7866}" srcOrd="6" destOrd="0" parTransId="{C15708CB-5E1F-1648-8661-85A1FD17556F}" sibTransId="{684A8745-C568-2141-9435-F4D2EB9B663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8" presId="urn:microsoft.com/office/officeart/2005/8/layout/list1"/>
    <dgm:cxn modelId="{DC8BC7F1-DEA8-D14A-8E6D-20B5D244B15B}" type="presOf" srcId="{4346605A-FD00-CD4E-B20C-1C60FB51F63B}" destId="{389FED8C-1943-494A-9799-D4EEB7F43B23}" srcOrd="0" destOrd="3" presId="urn:microsoft.com/office/officeart/2005/8/layout/list1"/>
    <dgm:cxn modelId="{E111A6F7-D761-AD4A-879F-6E0E9B10F5B2}" srcId="{162F9166-4AE9-4DA2-B0AE-433BA3FE6DB7}" destId="{DF1E8BD5-46C9-8A45-B173-67F866F3301D}" srcOrd="1" destOrd="0" parTransId="{2717648E-C5F2-1E45-9309-110300C744C6}" sibTransId="{7EC1879D-7C7C-944B-917D-74BB025BB9C6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Experiment 1 – Baseline Comparison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Design:</a:t>
          </a:r>
          <a:r>
            <a:rPr lang="en-US" dirty="0"/>
            <a:t> 10-epoch training, consistent settings across all models</a:t>
          </a:r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r>
            <a:rPr lang="en-US" b="1" dirty="0"/>
            <a:t>Winner:</a:t>
          </a:r>
          <a:r>
            <a:rPr lang="en-US" dirty="0"/>
            <a:t> SSD300-VGG16 → Selected for hyperparameter tuning</a:t>
          </a:r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DF1E8BD5-46C9-8A45-B173-67F866F3301D}">
      <dgm:prSet/>
      <dgm:spPr/>
      <dgm:t>
        <a:bodyPr/>
        <a:lstStyle/>
        <a:p>
          <a:endParaRPr lang="en-US" dirty="0"/>
        </a:p>
      </dgm:t>
    </dgm:pt>
    <dgm:pt modelId="{2717648E-C5F2-1E45-9309-110300C744C6}" type="parTrans" cxnId="{E111A6F7-D761-AD4A-879F-6E0E9B10F5B2}">
      <dgm:prSet/>
      <dgm:spPr/>
      <dgm:t>
        <a:bodyPr/>
        <a:lstStyle/>
        <a:p>
          <a:endParaRPr lang="en-US"/>
        </a:p>
      </dgm:t>
    </dgm:pt>
    <dgm:pt modelId="{7EC1879D-7C7C-944B-917D-74BB025BB9C6}" type="sibTrans" cxnId="{E111A6F7-D761-AD4A-879F-6E0E9B10F5B2}">
      <dgm:prSet/>
      <dgm:spPr/>
      <dgm:t>
        <a:bodyPr/>
        <a:lstStyle/>
        <a:p>
          <a:endParaRPr lang="en-US"/>
        </a:p>
      </dgm:t>
    </dgm:pt>
    <dgm:pt modelId="{0769D294-0FFC-8849-9858-5DEA46712A08}">
      <dgm:prSet/>
      <dgm:spPr/>
      <dgm:t>
        <a:bodyPr/>
        <a:lstStyle/>
        <a:p>
          <a:endParaRPr lang="en-US" dirty="0"/>
        </a:p>
      </dgm:t>
    </dgm:pt>
    <dgm:pt modelId="{03E39D81-BF8C-8346-BB55-C8185D7CDC6B}" type="parTrans" cxnId="{75F8470E-24E9-5448-A1A2-52B8D7E69767}">
      <dgm:prSet/>
      <dgm:spPr/>
      <dgm:t>
        <a:bodyPr/>
        <a:lstStyle/>
        <a:p>
          <a:endParaRPr lang="en-US"/>
        </a:p>
      </dgm:t>
    </dgm:pt>
    <dgm:pt modelId="{E5CB74D6-2ECC-C34A-9DE3-06A71D0C3DD5}" type="sibTrans" cxnId="{75F8470E-24E9-5448-A1A2-52B8D7E69767}">
      <dgm:prSet/>
      <dgm:spPr/>
      <dgm:t>
        <a:bodyPr/>
        <a:lstStyle/>
        <a:p>
          <a:endParaRPr lang="en-US"/>
        </a:p>
      </dgm:t>
    </dgm:pt>
    <dgm:pt modelId="{4346605A-FD00-CD4E-B20C-1C60FB51F63B}">
      <dgm:prSet/>
      <dgm:spPr/>
      <dgm:t>
        <a:bodyPr/>
        <a:lstStyle/>
        <a:p>
          <a:endParaRPr lang="en-US" dirty="0"/>
        </a:p>
      </dgm:t>
    </dgm:pt>
    <dgm:pt modelId="{0B6690D3-E3CC-C24E-BB66-BC9A67A728AA}" type="parTrans" cxnId="{1D42251F-9C07-E540-9F5A-D1C2DF88E56E}">
      <dgm:prSet/>
      <dgm:spPr/>
      <dgm:t>
        <a:bodyPr/>
        <a:lstStyle/>
        <a:p>
          <a:endParaRPr lang="en-US"/>
        </a:p>
      </dgm:t>
    </dgm:pt>
    <dgm:pt modelId="{0906EE20-98F2-3D47-BA12-7F8591B20AED}" type="sibTrans" cxnId="{1D42251F-9C07-E540-9F5A-D1C2DF88E56E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8E2D04E1-D9A5-2B4B-A5C4-0F3D6710D65F}">
      <dgm:prSet/>
      <dgm:spPr/>
      <dgm:t>
        <a:bodyPr/>
        <a:lstStyle/>
        <a:p>
          <a:endParaRPr lang="en-US" dirty="0"/>
        </a:p>
      </dgm:t>
    </dgm:pt>
    <dgm:pt modelId="{D4E51340-1787-A742-9C66-7C1771700732}" type="parTrans" cxnId="{5148B123-9DD2-E845-94BE-55100CBCA8C9}">
      <dgm:prSet/>
      <dgm:spPr/>
      <dgm:t>
        <a:bodyPr/>
        <a:lstStyle/>
        <a:p>
          <a:endParaRPr lang="en-US"/>
        </a:p>
      </dgm:t>
    </dgm:pt>
    <dgm:pt modelId="{BDB5CC9F-C643-D04C-81DD-716CF3CEA84D}" type="sibTrans" cxnId="{5148B123-9DD2-E845-94BE-55100CBCA8C9}">
      <dgm:prSet/>
      <dgm:spPr/>
      <dgm:t>
        <a:bodyPr/>
        <a:lstStyle/>
        <a:p>
          <a:endParaRPr lang="en-US"/>
        </a:p>
      </dgm:t>
    </dgm:pt>
    <dgm:pt modelId="{F4B8ED1A-EFDE-8D45-A807-4C8630F51C0D}">
      <dgm:prSet/>
      <dgm:spPr/>
      <dgm:t>
        <a:bodyPr/>
        <a:lstStyle/>
        <a:p>
          <a:pPr>
            <a:buNone/>
          </a:pPr>
          <a:r>
            <a:rPr lang="en-US" b="1" dirty="0"/>
            <a:t>Findings:</a:t>
          </a:r>
          <a:r>
            <a:rPr lang="en-US" dirty="0"/>
            <a:t> </a:t>
          </a:r>
          <a:r>
            <a:rPr lang="en-US" b="1" dirty="0"/>
            <a:t>Night scenes</a:t>
          </a:r>
          <a:r>
            <a:rPr lang="en-US" dirty="0"/>
            <a:t> remain most challenging despite preprocessing</a:t>
          </a:r>
        </a:p>
      </dgm:t>
    </dgm:pt>
    <dgm:pt modelId="{CC79FAE7-120D-7D40-9248-247C1A57D2B5}" type="parTrans" cxnId="{EEE55660-908E-C14F-8EC4-4616B9DE24B8}">
      <dgm:prSet/>
      <dgm:spPr/>
      <dgm:t>
        <a:bodyPr/>
        <a:lstStyle/>
        <a:p>
          <a:endParaRPr lang="en-US"/>
        </a:p>
      </dgm:t>
    </dgm:pt>
    <dgm:pt modelId="{30213466-ED6D-7F4E-AFAD-AB97DB1478F1}" type="sibTrans" cxnId="{EEE55660-908E-C14F-8EC4-4616B9DE24B8}">
      <dgm:prSet/>
      <dgm:spPr/>
      <dgm:t>
        <a:bodyPr/>
        <a:lstStyle/>
        <a:p>
          <a:endParaRPr lang="en-US"/>
        </a:p>
      </dgm:t>
    </dgm:pt>
    <dgm:pt modelId="{3FF2C305-F47C-FF47-8C43-6B2601DE698A}">
      <dgm:prSet/>
      <dgm:spPr/>
      <dgm:t>
        <a:bodyPr/>
        <a:lstStyle/>
        <a:p>
          <a:pPr>
            <a:buNone/>
          </a:pPr>
          <a:r>
            <a:rPr lang="en-US" b="1" dirty="0"/>
            <a:t>Results:</a:t>
          </a:r>
        </a:p>
      </dgm:t>
    </dgm:pt>
    <dgm:pt modelId="{FEBAA623-E965-EA46-B8FE-7CAA8ECE55C3}" type="parTrans" cxnId="{B6563D2B-AA79-AB45-AA08-7060BCB25A50}">
      <dgm:prSet/>
      <dgm:spPr/>
      <dgm:t>
        <a:bodyPr/>
        <a:lstStyle/>
        <a:p>
          <a:endParaRPr lang="en-US"/>
        </a:p>
      </dgm:t>
    </dgm:pt>
    <dgm:pt modelId="{6A11A429-6AAF-DB4A-B4AE-AFBD03C08B76}" type="sibTrans" cxnId="{B6563D2B-AA79-AB45-AA08-7060BCB25A50}">
      <dgm:prSet/>
      <dgm:spPr/>
      <dgm:t>
        <a:bodyPr/>
        <a:lstStyle/>
        <a:p>
          <a:endParaRPr lang="en-US"/>
        </a:p>
      </dgm:t>
    </dgm:pt>
    <dgm:pt modelId="{FBA81F1E-60C9-D648-A8D7-7EF6C1513EA0}">
      <dgm:prSet/>
      <dgm:spPr/>
      <dgm:t>
        <a:bodyPr/>
        <a:lstStyle/>
        <a:p>
          <a:endParaRPr lang="en-US" dirty="0"/>
        </a:p>
      </dgm:t>
    </dgm:pt>
    <dgm:pt modelId="{9B75CAB5-8639-314A-87D9-01F791C24440}" type="parTrans" cxnId="{732D874A-09BE-7347-BE52-88379B04D33F}">
      <dgm:prSet/>
      <dgm:spPr/>
    </dgm:pt>
    <dgm:pt modelId="{07FF8C3B-9E0D-AA4F-BF73-5F5CCD0DA506}" type="sibTrans" cxnId="{732D874A-09BE-7347-BE52-88379B04D33F}">
      <dgm:prSet/>
      <dgm:spPr/>
    </dgm:pt>
    <dgm:pt modelId="{C2BC4B39-D536-3948-88A4-7A5C6E81ED3B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063D7CB5-2F8C-6040-982D-3ED6F4348EF0}" type="parTrans" cxnId="{99112753-8815-474A-8DB6-BC801D6C62B4}">
      <dgm:prSet/>
      <dgm:spPr/>
    </dgm:pt>
    <dgm:pt modelId="{3BC87817-BD6B-924B-81AB-49985BA19B57}" type="sibTrans" cxnId="{99112753-8815-474A-8DB6-BC801D6C62B4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7C9C604-BFA1-1944-9FF4-21A096F8F10F}" type="presOf" srcId="{C2BC4B39-D536-3948-88A4-7A5C6E81ED3B}" destId="{389FED8C-1943-494A-9799-D4EEB7F43B23}" srcOrd="0" destOrd="7" presId="urn:microsoft.com/office/officeart/2005/8/layout/list1"/>
    <dgm:cxn modelId="{75F8470E-24E9-5448-A1A2-52B8D7E69767}" srcId="{162F9166-4AE9-4DA2-B0AE-433BA3FE6DB7}" destId="{0769D294-0FFC-8849-9858-5DEA46712A08}" srcOrd="3" destOrd="0" parTransId="{03E39D81-BF8C-8346-BB55-C8185D7CDC6B}" sibTransId="{E5CB74D6-2ECC-C34A-9DE3-06A71D0C3DD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42251F-9C07-E540-9F5A-D1C2DF88E56E}" srcId="{162F9166-4AE9-4DA2-B0AE-433BA3FE6DB7}" destId="{4346605A-FD00-CD4E-B20C-1C60FB51F63B}" srcOrd="4" destOrd="0" parTransId="{0B6690D3-E3CC-C24E-BB66-BC9A67A728AA}" sibTransId="{0906EE20-98F2-3D47-BA12-7F8591B20AED}"/>
    <dgm:cxn modelId="{E617B822-326E-284B-A9D0-9DB1B2DF61B2}" srcId="{162F9166-4AE9-4DA2-B0AE-433BA3FE6DB7}" destId="{9DDA503D-C97A-7943-B745-4244EA5646E8}" srcOrd="9" destOrd="0" parTransId="{73246B00-B05D-1D4A-B3E5-4E40A33777E9}" sibTransId="{B49FC4F4-49DD-2B49-8885-0A3C45D1BF7E}"/>
    <dgm:cxn modelId="{5148B123-9DD2-E845-94BE-55100CBCA8C9}" srcId="{162F9166-4AE9-4DA2-B0AE-433BA3FE6DB7}" destId="{8E2D04E1-D9A5-2B4B-A5C4-0F3D6710D65F}" srcOrd="5" destOrd="0" parTransId="{D4E51340-1787-A742-9C66-7C1771700732}" sibTransId="{BDB5CC9F-C643-D04C-81DD-716CF3CEA84D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B6563D2B-AA79-AB45-AA08-7060BCB25A50}" srcId="{162F9166-4AE9-4DA2-B0AE-433BA3FE6DB7}" destId="{3FF2C305-F47C-FF47-8C43-6B2601DE698A}" srcOrd="1" destOrd="0" parTransId="{FEBAA623-E965-EA46-B8FE-7CAA8ECE55C3}" sibTransId="{6A11A429-6AAF-DB4A-B4AE-AFBD03C08B76}"/>
    <dgm:cxn modelId="{732D874A-09BE-7347-BE52-88379B04D33F}" srcId="{162F9166-4AE9-4DA2-B0AE-433BA3FE6DB7}" destId="{FBA81F1E-60C9-D648-A8D7-7EF6C1513EA0}" srcOrd="6" destOrd="0" parTransId="{9B75CAB5-8639-314A-87D9-01F791C24440}" sibTransId="{07FF8C3B-9E0D-AA4F-BF73-5F5CCD0DA506}"/>
    <dgm:cxn modelId="{99112753-8815-474A-8DB6-BC801D6C62B4}" srcId="{162F9166-4AE9-4DA2-B0AE-433BA3FE6DB7}" destId="{C2BC4B39-D536-3948-88A4-7A5C6E81ED3B}" srcOrd="7" destOrd="0" parTransId="{063D7CB5-2F8C-6040-982D-3ED6F4348EF0}" sibTransId="{3BC87817-BD6B-924B-81AB-49985BA19B57}"/>
    <dgm:cxn modelId="{EEE55660-908E-C14F-8EC4-4616B9DE24B8}" srcId="{162F9166-4AE9-4DA2-B0AE-433BA3FE6DB7}" destId="{F4B8ED1A-EFDE-8D45-A807-4C8630F51C0D}" srcOrd="8" destOrd="0" parTransId="{CC79FAE7-120D-7D40-9248-247C1A57D2B5}" sibTransId="{30213466-ED6D-7F4E-AFAD-AB97DB1478F1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27836369-CB9E-4D47-A63E-7623DF6C2439}" type="presOf" srcId="{8E2D04E1-D9A5-2B4B-A5C4-0F3D6710D65F}" destId="{389FED8C-1943-494A-9799-D4EEB7F43B23}" srcOrd="0" destOrd="5" presId="urn:microsoft.com/office/officeart/2005/8/layout/list1"/>
    <dgm:cxn modelId="{115A286C-3D34-9745-8F2A-3A4F2DCDDFC7}" type="presOf" srcId="{0769D294-0FFC-8849-9858-5DEA46712A08}" destId="{389FED8C-1943-494A-9799-D4EEB7F43B23}" srcOrd="0" destOrd="3" presId="urn:microsoft.com/office/officeart/2005/8/layout/list1"/>
    <dgm:cxn modelId="{BDE67978-FC57-AF48-9173-ECF0745D3864}" type="presOf" srcId="{DF1E8BD5-46C9-8A45-B173-67F866F3301D}" destId="{389FED8C-1943-494A-9799-D4EEB7F43B23}" srcOrd="0" destOrd="2" presId="urn:microsoft.com/office/officeart/2005/8/layout/list1"/>
    <dgm:cxn modelId="{4D556A85-6667-D949-B1A2-D5ACFBE56246}" srcId="{162F9166-4AE9-4DA2-B0AE-433BA3FE6DB7}" destId="{4D645EC5-4017-DE4F-9191-52F600E6663F}" srcOrd="10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10" presId="urn:microsoft.com/office/officeart/2005/8/layout/list1"/>
    <dgm:cxn modelId="{214A3599-9414-8C45-9E1C-3025E9A710B8}" type="presOf" srcId="{FBA81F1E-60C9-D648-A8D7-7EF6C1513EA0}" destId="{389FED8C-1943-494A-9799-D4EEB7F43B23}" srcOrd="0" destOrd="6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ACC55A0-FC01-2D4A-A0EC-9510750B422E}" type="presOf" srcId="{F4B8ED1A-EFDE-8D45-A807-4C8630F51C0D}" destId="{389FED8C-1943-494A-9799-D4EEB7F43B23}" srcOrd="0" destOrd="8" presId="urn:microsoft.com/office/officeart/2005/8/layout/list1"/>
    <dgm:cxn modelId="{0532D0BA-D503-594B-8B0E-461F5DE73E70}" type="presOf" srcId="{3FF2C305-F47C-FF47-8C43-6B2601DE698A}" destId="{389FED8C-1943-494A-9799-D4EEB7F43B23}" srcOrd="0" destOrd="1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9" presId="urn:microsoft.com/office/officeart/2005/8/layout/list1"/>
    <dgm:cxn modelId="{DC8BC7F1-DEA8-D14A-8E6D-20B5D244B15B}" type="presOf" srcId="{4346605A-FD00-CD4E-B20C-1C60FB51F63B}" destId="{389FED8C-1943-494A-9799-D4EEB7F43B23}" srcOrd="0" destOrd="4" presId="urn:microsoft.com/office/officeart/2005/8/layout/list1"/>
    <dgm:cxn modelId="{E111A6F7-D761-AD4A-879F-6E0E9B10F5B2}" srcId="{162F9166-4AE9-4DA2-B0AE-433BA3FE6DB7}" destId="{DF1E8BD5-46C9-8A45-B173-67F866F3301D}" srcOrd="2" destOrd="0" parTransId="{2717648E-C5F2-1E45-9309-110300C744C6}" sibTransId="{7EC1879D-7C7C-944B-917D-74BB025BB9C6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Experiment 2 – Hyperparameter Tuning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Three Configurations Tested: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r>
            <a:rPr lang="en-US" b="1" dirty="0"/>
            <a:t>Training:</a:t>
          </a:r>
          <a:r>
            <a:rPr lang="en-US" dirty="0"/>
            <a:t> ~30 additional epochs with early stopping</a:t>
          </a:r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DF1E8BD5-46C9-8A45-B173-67F866F3301D}">
      <dgm:prSet/>
      <dgm:spPr/>
      <dgm:t>
        <a:bodyPr/>
        <a:lstStyle/>
        <a:p>
          <a:endParaRPr lang="en-US" dirty="0"/>
        </a:p>
      </dgm:t>
    </dgm:pt>
    <dgm:pt modelId="{2717648E-C5F2-1E45-9309-110300C744C6}" type="parTrans" cxnId="{E111A6F7-D761-AD4A-879F-6E0E9B10F5B2}">
      <dgm:prSet/>
      <dgm:spPr/>
      <dgm:t>
        <a:bodyPr/>
        <a:lstStyle/>
        <a:p>
          <a:endParaRPr lang="en-US"/>
        </a:p>
      </dgm:t>
    </dgm:pt>
    <dgm:pt modelId="{7EC1879D-7C7C-944B-917D-74BB025BB9C6}" type="sibTrans" cxnId="{E111A6F7-D761-AD4A-879F-6E0E9B10F5B2}">
      <dgm:prSet/>
      <dgm:spPr/>
      <dgm:t>
        <a:bodyPr/>
        <a:lstStyle/>
        <a:p>
          <a:endParaRPr lang="en-US"/>
        </a:p>
      </dgm:t>
    </dgm:pt>
    <dgm:pt modelId="{0769D294-0FFC-8849-9858-5DEA46712A08}">
      <dgm:prSet/>
      <dgm:spPr/>
      <dgm:t>
        <a:bodyPr/>
        <a:lstStyle/>
        <a:p>
          <a:endParaRPr lang="en-US" dirty="0"/>
        </a:p>
      </dgm:t>
    </dgm:pt>
    <dgm:pt modelId="{03E39D81-BF8C-8346-BB55-C8185D7CDC6B}" type="parTrans" cxnId="{75F8470E-24E9-5448-A1A2-52B8D7E69767}">
      <dgm:prSet/>
      <dgm:spPr/>
      <dgm:t>
        <a:bodyPr/>
        <a:lstStyle/>
        <a:p>
          <a:endParaRPr lang="en-US"/>
        </a:p>
      </dgm:t>
    </dgm:pt>
    <dgm:pt modelId="{E5CB74D6-2ECC-C34A-9DE3-06A71D0C3DD5}" type="sibTrans" cxnId="{75F8470E-24E9-5448-A1A2-52B8D7E69767}">
      <dgm:prSet/>
      <dgm:spPr/>
      <dgm:t>
        <a:bodyPr/>
        <a:lstStyle/>
        <a:p>
          <a:endParaRPr lang="en-US"/>
        </a:p>
      </dgm:t>
    </dgm:pt>
    <dgm:pt modelId="{4346605A-FD00-CD4E-B20C-1C60FB51F63B}">
      <dgm:prSet/>
      <dgm:spPr/>
      <dgm:t>
        <a:bodyPr/>
        <a:lstStyle/>
        <a:p>
          <a:endParaRPr lang="en-US" dirty="0"/>
        </a:p>
      </dgm:t>
    </dgm:pt>
    <dgm:pt modelId="{0B6690D3-E3CC-C24E-BB66-BC9A67A728AA}" type="parTrans" cxnId="{1D42251F-9C07-E540-9F5A-D1C2DF88E56E}">
      <dgm:prSet/>
      <dgm:spPr/>
      <dgm:t>
        <a:bodyPr/>
        <a:lstStyle/>
        <a:p>
          <a:endParaRPr lang="en-US"/>
        </a:p>
      </dgm:t>
    </dgm:pt>
    <dgm:pt modelId="{0906EE20-98F2-3D47-BA12-7F8591B20AED}" type="sibTrans" cxnId="{1D42251F-9C07-E540-9F5A-D1C2DF88E56E}">
      <dgm:prSet/>
      <dgm:spPr/>
      <dgm:t>
        <a:bodyPr/>
        <a:lstStyle/>
        <a:p>
          <a:endParaRPr lang="en-US"/>
        </a:p>
      </dgm:t>
    </dgm:pt>
    <dgm:pt modelId="{3B2E2CE5-5097-3246-BDFE-2861F5E52AF5}">
      <dgm:prSet/>
      <dgm:spPr/>
      <dgm:t>
        <a:bodyPr/>
        <a:lstStyle/>
        <a:p>
          <a:endParaRPr lang="en-US" dirty="0"/>
        </a:p>
      </dgm:t>
    </dgm:pt>
    <dgm:pt modelId="{A385024F-DD60-E346-9EB7-F2655B0DB2C0}" type="parTrans" cxnId="{E2F7A483-7853-B94A-A27C-629F0A0D8F6C}">
      <dgm:prSet/>
      <dgm:spPr/>
      <dgm:t>
        <a:bodyPr/>
        <a:lstStyle/>
        <a:p>
          <a:endParaRPr lang="en-US"/>
        </a:p>
      </dgm:t>
    </dgm:pt>
    <dgm:pt modelId="{FFB2163D-B0C3-1D44-99A2-7C565464C418}" type="sibTrans" cxnId="{E2F7A483-7853-B94A-A27C-629F0A0D8F6C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8E2D04E1-D9A5-2B4B-A5C4-0F3D6710D65F}">
      <dgm:prSet/>
      <dgm:spPr/>
      <dgm:t>
        <a:bodyPr/>
        <a:lstStyle/>
        <a:p>
          <a:endParaRPr lang="en-US" dirty="0"/>
        </a:p>
      </dgm:t>
    </dgm:pt>
    <dgm:pt modelId="{D4E51340-1787-A742-9C66-7C1771700732}" type="parTrans" cxnId="{5148B123-9DD2-E845-94BE-55100CBCA8C9}">
      <dgm:prSet/>
      <dgm:spPr/>
      <dgm:t>
        <a:bodyPr/>
        <a:lstStyle/>
        <a:p>
          <a:endParaRPr lang="en-US"/>
        </a:p>
      </dgm:t>
    </dgm:pt>
    <dgm:pt modelId="{BDB5CC9F-C643-D04C-81DD-716CF3CEA84D}" type="sibTrans" cxnId="{5148B123-9DD2-E845-94BE-55100CBCA8C9}">
      <dgm:prSet/>
      <dgm:spPr/>
      <dgm:t>
        <a:bodyPr/>
        <a:lstStyle/>
        <a:p>
          <a:endParaRPr lang="en-US"/>
        </a:p>
      </dgm:t>
    </dgm:pt>
    <dgm:pt modelId="{F4B8ED1A-EFDE-8D45-A807-4C8630F51C0D}">
      <dgm:prSet/>
      <dgm:spPr/>
      <dgm:t>
        <a:bodyPr/>
        <a:lstStyle/>
        <a:p>
          <a:endParaRPr lang="en-US" dirty="0"/>
        </a:p>
      </dgm:t>
    </dgm:pt>
    <dgm:pt modelId="{CC79FAE7-120D-7D40-9248-247C1A57D2B5}" type="parTrans" cxnId="{EEE55660-908E-C14F-8EC4-4616B9DE24B8}">
      <dgm:prSet/>
      <dgm:spPr/>
      <dgm:t>
        <a:bodyPr/>
        <a:lstStyle/>
        <a:p>
          <a:endParaRPr lang="en-US"/>
        </a:p>
      </dgm:t>
    </dgm:pt>
    <dgm:pt modelId="{30213466-ED6D-7F4E-AFAD-AB97DB1478F1}" type="sibTrans" cxnId="{EEE55660-908E-C14F-8EC4-4616B9DE24B8}">
      <dgm:prSet/>
      <dgm:spPr/>
      <dgm:t>
        <a:bodyPr/>
        <a:lstStyle/>
        <a:p>
          <a:endParaRPr lang="en-US"/>
        </a:p>
      </dgm:t>
    </dgm:pt>
    <dgm:pt modelId="{8125A9A0-88C2-174A-8988-D29CE6BE7866}">
      <dgm:prSet/>
      <dgm:spPr/>
      <dgm:t>
        <a:bodyPr/>
        <a:lstStyle/>
        <a:p>
          <a:endParaRPr lang="en-US" dirty="0"/>
        </a:p>
      </dgm:t>
    </dgm:pt>
    <dgm:pt modelId="{C15708CB-5E1F-1648-8661-85A1FD17556F}" type="parTrans" cxnId="{145D74B3-949A-F847-AE6E-0E21E8D55B88}">
      <dgm:prSet/>
      <dgm:spPr/>
      <dgm:t>
        <a:bodyPr/>
        <a:lstStyle/>
        <a:p>
          <a:endParaRPr lang="en-US"/>
        </a:p>
      </dgm:t>
    </dgm:pt>
    <dgm:pt modelId="{684A8745-C568-2141-9435-F4D2EB9B663F}" type="sibTrans" cxnId="{145D74B3-949A-F847-AE6E-0E21E8D55B88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5F8470E-24E9-5448-A1A2-52B8D7E69767}" srcId="{162F9166-4AE9-4DA2-B0AE-433BA3FE6DB7}" destId="{0769D294-0FFC-8849-9858-5DEA46712A08}" srcOrd="2" destOrd="0" parTransId="{03E39D81-BF8C-8346-BB55-C8185D7CDC6B}" sibTransId="{E5CB74D6-2ECC-C34A-9DE3-06A71D0C3DD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42251F-9C07-E540-9F5A-D1C2DF88E56E}" srcId="{162F9166-4AE9-4DA2-B0AE-433BA3FE6DB7}" destId="{4346605A-FD00-CD4E-B20C-1C60FB51F63B}" srcOrd="3" destOrd="0" parTransId="{0B6690D3-E3CC-C24E-BB66-BC9A67A728AA}" sibTransId="{0906EE20-98F2-3D47-BA12-7F8591B20AED}"/>
    <dgm:cxn modelId="{E617B822-326E-284B-A9D0-9DB1B2DF61B2}" srcId="{162F9166-4AE9-4DA2-B0AE-433BA3FE6DB7}" destId="{9DDA503D-C97A-7943-B745-4244EA5646E8}" srcOrd="8" destOrd="0" parTransId="{73246B00-B05D-1D4A-B3E5-4E40A33777E9}" sibTransId="{B49FC4F4-49DD-2B49-8885-0A3C45D1BF7E}"/>
    <dgm:cxn modelId="{5148B123-9DD2-E845-94BE-55100CBCA8C9}" srcId="{162F9166-4AE9-4DA2-B0AE-433BA3FE6DB7}" destId="{8E2D04E1-D9A5-2B4B-A5C4-0F3D6710D65F}" srcOrd="4" destOrd="0" parTransId="{D4E51340-1787-A742-9C66-7C1771700732}" sibTransId="{BDB5CC9F-C643-D04C-81DD-716CF3CEA84D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72FB232C-2BEE-394A-8758-F94535548C70}" type="presOf" srcId="{3B2E2CE5-5097-3246-BDFE-2861F5E52AF5}" destId="{389FED8C-1943-494A-9799-D4EEB7F43B23}" srcOrd="0" destOrd="7" presId="urn:microsoft.com/office/officeart/2005/8/layout/list1"/>
    <dgm:cxn modelId="{8757473E-27EE-1A4C-856D-7877975D4853}" type="presOf" srcId="{8125A9A0-88C2-174A-8988-D29CE6BE7866}" destId="{389FED8C-1943-494A-9799-D4EEB7F43B23}" srcOrd="0" destOrd="6" presId="urn:microsoft.com/office/officeart/2005/8/layout/list1"/>
    <dgm:cxn modelId="{EEE55660-908E-C14F-8EC4-4616B9DE24B8}" srcId="{162F9166-4AE9-4DA2-B0AE-433BA3FE6DB7}" destId="{F4B8ED1A-EFDE-8D45-A807-4C8630F51C0D}" srcOrd="5" destOrd="0" parTransId="{CC79FAE7-120D-7D40-9248-247C1A57D2B5}" sibTransId="{30213466-ED6D-7F4E-AFAD-AB97DB1478F1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27836369-CB9E-4D47-A63E-7623DF6C2439}" type="presOf" srcId="{8E2D04E1-D9A5-2B4B-A5C4-0F3D6710D65F}" destId="{389FED8C-1943-494A-9799-D4EEB7F43B23}" srcOrd="0" destOrd="4" presId="urn:microsoft.com/office/officeart/2005/8/layout/list1"/>
    <dgm:cxn modelId="{115A286C-3D34-9745-8F2A-3A4F2DCDDFC7}" type="presOf" srcId="{0769D294-0FFC-8849-9858-5DEA46712A08}" destId="{389FED8C-1943-494A-9799-D4EEB7F43B23}" srcOrd="0" destOrd="2" presId="urn:microsoft.com/office/officeart/2005/8/layout/list1"/>
    <dgm:cxn modelId="{BDE67978-FC57-AF48-9173-ECF0745D3864}" type="presOf" srcId="{DF1E8BD5-46C9-8A45-B173-67F866F3301D}" destId="{389FED8C-1943-494A-9799-D4EEB7F43B23}" srcOrd="0" destOrd="1" presId="urn:microsoft.com/office/officeart/2005/8/layout/list1"/>
    <dgm:cxn modelId="{E2F7A483-7853-B94A-A27C-629F0A0D8F6C}" srcId="{162F9166-4AE9-4DA2-B0AE-433BA3FE6DB7}" destId="{3B2E2CE5-5097-3246-BDFE-2861F5E52AF5}" srcOrd="7" destOrd="0" parTransId="{A385024F-DD60-E346-9EB7-F2655B0DB2C0}" sibTransId="{FFB2163D-B0C3-1D44-99A2-7C565464C418}"/>
    <dgm:cxn modelId="{4D556A85-6667-D949-B1A2-D5ACFBE56246}" srcId="{162F9166-4AE9-4DA2-B0AE-433BA3FE6DB7}" destId="{4D645EC5-4017-DE4F-9191-52F600E6663F}" srcOrd="9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9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ACC55A0-FC01-2D4A-A0EC-9510750B422E}" type="presOf" srcId="{F4B8ED1A-EFDE-8D45-A807-4C8630F51C0D}" destId="{389FED8C-1943-494A-9799-D4EEB7F43B23}" srcOrd="0" destOrd="5" presId="urn:microsoft.com/office/officeart/2005/8/layout/list1"/>
    <dgm:cxn modelId="{145D74B3-949A-F847-AE6E-0E21E8D55B88}" srcId="{162F9166-4AE9-4DA2-B0AE-433BA3FE6DB7}" destId="{8125A9A0-88C2-174A-8988-D29CE6BE7866}" srcOrd="6" destOrd="0" parTransId="{C15708CB-5E1F-1648-8661-85A1FD17556F}" sibTransId="{684A8745-C568-2141-9435-F4D2EB9B663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8" presId="urn:microsoft.com/office/officeart/2005/8/layout/list1"/>
    <dgm:cxn modelId="{DC8BC7F1-DEA8-D14A-8E6D-20B5D244B15B}" type="presOf" srcId="{4346605A-FD00-CD4E-B20C-1C60FB51F63B}" destId="{389FED8C-1943-494A-9799-D4EEB7F43B23}" srcOrd="0" destOrd="3" presId="urn:microsoft.com/office/officeart/2005/8/layout/list1"/>
    <dgm:cxn modelId="{E111A6F7-D761-AD4A-879F-6E0E9B10F5B2}" srcId="{162F9166-4AE9-4DA2-B0AE-433BA3FE6DB7}" destId="{DF1E8BD5-46C9-8A45-B173-67F866F3301D}" srcOrd="1" destOrd="0" parTransId="{2717648E-C5F2-1E45-9309-110300C744C6}" sibTransId="{7EC1879D-7C7C-944B-917D-74BB025BB9C6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Experiment 2 – Results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Hyperparameter Tuning Outcomes: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r>
            <a:rPr lang="en-US" b="1" dirty="0"/>
            <a:t>Key Insight:</a:t>
          </a:r>
          <a:r>
            <a:rPr lang="en-US" dirty="0"/>
            <a:t> Lower LR + smaller batch + </a:t>
          </a:r>
          <a:r>
            <a:rPr lang="en-US" dirty="0" err="1"/>
            <a:t>AdamW</a:t>
          </a:r>
          <a:r>
            <a:rPr lang="en-US" dirty="0"/>
            <a:t> + </a:t>
          </a:r>
          <a:r>
            <a:rPr lang="en-US" dirty="0" err="1"/>
            <a:t>ReduceLROnPlateau</a:t>
          </a:r>
          <a:r>
            <a:rPr lang="en-US" dirty="0"/>
            <a:t> = optimal</a:t>
          </a:r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DF1E8BD5-46C9-8A45-B173-67F866F3301D}">
      <dgm:prSet/>
      <dgm:spPr/>
      <dgm:t>
        <a:bodyPr/>
        <a:lstStyle/>
        <a:p>
          <a:endParaRPr lang="en-US" dirty="0"/>
        </a:p>
      </dgm:t>
    </dgm:pt>
    <dgm:pt modelId="{2717648E-C5F2-1E45-9309-110300C744C6}" type="parTrans" cxnId="{E111A6F7-D761-AD4A-879F-6E0E9B10F5B2}">
      <dgm:prSet/>
      <dgm:spPr/>
      <dgm:t>
        <a:bodyPr/>
        <a:lstStyle/>
        <a:p>
          <a:endParaRPr lang="en-US"/>
        </a:p>
      </dgm:t>
    </dgm:pt>
    <dgm:pt modelId="{7EC1879D-7C7C-944B-917D-74BB025BB9C6}" type="sibTrans" cxnId="{E111A6F7-D761-AD4A-879F-6E0E9B10F5B2}">
      <dgm:prSet/>
      <dgm:spPr/>
      <dgm:t>
        <a:bodyPr/>
        <a:lstStyle/>
        <a:p>
          <a:endParaRPr lang="en-US"/>
        </a:p>
      </dgm:t>
    </dgm:pt>
    <dgm:pt modelId="{0769D294-0FFC-8849-9858-5DEA46712A08}">
      <dgm:prSet/>
      <dgm:spPr/>
      <dgm:t>
        <a:bodyPr/>
        <a:lstStyle/>
        <a:p>
          <a:endParaRPr lang="en-US" dirty="0"/>
        </a:p>
      </dgm:t>
    </dgm:pt>
    <dgm:pt modelId="{03E39D81-BF8C-8346-BB55-C8185D7CDC6B}" type="parTrans" cxnId="{75F8470E-24E9-5448-A1A2-52B8D7E69767}">
      <dgm:prSet/>
      <dgm:spPr/>
      <dgm:t>
        <a:bodyPr/>
        <a:lstStyle/>
        <a:p>
          <a:endParaRPr lang="en-US"/>
        </a:p>
      </dgm:t>
    </dgm:pt>
    <dgm:pt modelId="{E5CB74D6-2ECC-C34A-9DE3-06A71D0C3DD5}" type="sibTrans" cxnId="{75F8470E-24E9-5448-A1A2-52B8D7E69767}">
      <dgm:prSet/>
      <dgm:spPr/>
      <dgm:t>
        <a:bodyPr/>
        <a:lstStyle/>
        <a:p>
          <a:endParaRPr lang="en-US"/>
        </a:p>
      </dgm:t>
    </dgm:pt>
    <dgm:pt modelId="{4346605A-FD00-CD4E-B20C-1C60FB51F63B}">
      <dgm:prSet/>
      <dgm:spPr/>
      <dgm:t>
        <a:bodyPr/>
        <a:lstStyle/>
        <a:p>
          <a:endParaRPr lang="en-US" dirty="0"/>
        </a:p>
      </dgm:t>
    </dgm:pt>
    <dgm:pt modelId="{0B6690D3-E3CC-C24E-BB66-BC9A67A728AA}" type="parTrans" cxnId="{1D42251F-9C07-E540-9F5A-D1C2DF88E56E}">
      <dgm:prSet/>
      <dgm:spPr/>
      <dgm:t>
        <a:bodyPr/>
        <a:lstStyle/>
        <a:p>
          <a:endParaRPr lang="en-US"/>
        </a:p>
      </dgm:t>
    </dgm:pt>
    <dgm:pt modelId="{0906EE20-98F2-3D47-BA12-7F8591B20AED}" type="sibTrans" cxnId="{1D42251F-9C07-E540-9F5A-D1C2DF88E56E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8E2D04E1-D9A5-2B4B-A5C4-0F3D6710D65F}">
      <dgm:prSet/>
      <dgm:spPr/>
      <dgm:t>
        <a:bodyPr/>
        <a:lstStyle/>
        <a:p>
          <a:endParaRPr lang="en-US" dirty="0"/>
        </a:p>
      </dgm:t>
    </dgm:pt>
    <dgm:pt modelId="{D4E51340-1787-A742-9C66-7C1771700732}" type="parTrans" cxnId="{5148B123-9DD2-E845-94BE-55100CBCA8C9}">
      <dgm:prSet/>
      <dgm:spPr/>
      <dgm:t>
        <a:bodyPr/>
        <a:lstStyle/>
        <a:p>
          <a:endParaRPr lang="en-US"/>
        </a:p>
      </dgm:t>
    </dgm:pt>
    <dgm:pt modelId="{BDB5CC9F-C643-D04C-81DD-716CF3CEA84D}" type="sibTrans" cxnId="{5148B123-9DD2-E845-94BE-55100CBCA8C9}">
      <dgm:prSet/>
      <dgm:spPr/>
      <dgm:t>
        <a:bodyPr/>
        <a:lstStyle/>
        <a:p>
          <a:endParaRPr lang="en-US"/>
        </a:p>
      </dgm:t>
    </dgm:pt>
    <dgm:pt modelId="{F4B8ED1A-EFDE-8D45-A807-4C8630F51C0D}">
      <dgm:prSet/>
      <dgm:spPr/>
      <dgm:t>
        <a:bodyPr/>
        <a:lstStyle/>
        <a:p>
          <a:endParaRPr lang="en-US" dirty="0"/>
        </a:p>
      </dgm:t>
    </dgm:pt>
    <dgm:pt modelId="{CC79FAE7-120D-7D40-9248-247C1A57D2B5}" type="parTrans" cxnId="{EEE55660-908E-C14F-8EC4-4616B9DE24B8}">
      <dgm:prSet/>
      <dgm:spPr/>
      <dgm:t>
        <a:bodyPr/>
        <a:lstStyle/>
        <a:p>
          <a:endParaRPr lang="en-US"/>
        </a:p>
      </dgm:t>
    </dgm:pt>
    <dgm:pt modelId="{30213466-ED6D-7F4E-AFAD-AB97DB1478F1}" type="sibTrans" cxnId="{EEE55660-908E-C14F-8EC4-4616B9DE24B8}">
      <dgm:prSet/>
      <dgm:spPr/>
      <dgm:t>
        <a:bodyPr/>
        <a:lstStyle/>
        <a:p>
          <a:endParaRPr lang="en-US"/>
        </a:p>
      </dgm:t>
    </dgm:pt>
    <dgm:pt modelId="{8125A9A0-88C2-174A-8988-D29CE6BE7866}">
      <dgm:prSet/>
      <dgm:spPr/>
      <dgm:t>
        <a:bodyPr/>
        <a:lstStyle/>
        <a:p>
          <a:endParaRPr lang="en-US" dirty="0"/>
        </a:p>
      </dgm:t>
    </dgm:pt>
    <dgm:pt modelId="{C15708CB-5E1F-1648-8661-85A1FD17556F}" type="parTrans" cxnId="{145D74B3-949A-F847-AE6E-0E21E8D55B88}">
      <dgm:prSet/>
      <dgm:spPr/>
      <dgm:t>
        <a:bodyPr/>
        <a:lstStyle/>
        <a:p>
          <a:endParaRPr lang="en-US"/>
        </a:p>
      </dgm:t>
    </dgm:pt>
    <dgm:pt modelId="{684A8745-C568-2141-9435-F4D2EB9B663F}" type="sibTrans" cxnId="{145D74B3-949A-F847-AE6E-0E21E8D55B88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5F8470E-24E9-5448-A1A2-52B8D7E69767}" srcId="{162F9166-4AE9-4DA2-B0AE-433BA3FE6DB7}" destId="{0769D294-0FFC-8849-9858-5DEA46712A08}" srcOrd="2" destOrd="0" parTransId="{03E39D81-BF8C-8346-BB55-C8185D7CDC6B}" sibTransId="{E5CB74D6-2ECC-C34A-9DE3-06A71D0C3DD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42251F-9C07-E540-9F5A-D1C2DF88E56E}" srcId="{162F9166-4AE9-4DA2-B0AE-433BA3FE6DB7}" destId="{4346605A-FD00-CD4E-B20C-1C60FB51F63B}" srcOrd="3" destOrd="0" parTransId="{0B6690D3-E3CC-C24E-BB66-BC9A67A728AA}" sibTransId="{0906EE20-98F2-3D47-BA12-7F8591B20AED}"/>
    <dgm:cxn modelId="{E617B822-326E-284B-A9D0-9DB1B2DF61B2}" srcId="{162F9166-4AE9-4DA2-B0AE-433BA3FE6DB7}" destId="{9DDA503D-C97A-7943-B745-4244EA5646E8}" srcOrd="7" destOrd="0" parTransId="{73246B00-B05D-1D4A-B3E5-4E40A33777E9}" sibTransId="{B49FC4F4-49DD-2B49-8885-0A3C45D1BF7E}"/>
    <dgm:cxn modelId="{5148B123-9DD2-E845-94BE-55100CBCA8C9}" srcId="{162F9166-4AE9-4DA2-B0AE-433BA3FE6DB7}" destId="{8E2D04E1-D9A5-2B4B-A5C4-0F3D6710D65F}" srcOrd="4" destOrd="0" parTransId="{D4E51340-1787-A742-9C66-7C1771700732}" sibTransId="{BDB5CC9F-C643-D04C-81DD-716CF3CEA84D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8757473E-27EE-1A4C-856D-7877975D4853}" type="presOf" srcId="{8125A9A0-88C2-174A-8988-D29CE6BE7866}" destId="{389FED8C-1943-494A-9799-D4EEB7F43B23}" srcOrd="0" destOrd="6" presId="urn:microsoft.com/office/officeart/2005/8/layout/list1"/>
    <dgm:cxn modelId="{EEE55660-908E-C14F-8EC4-4616B9DE24B8}" srcId="{162F9166-4AE9-4DA2-B0AE-433BA3FE6DB7}" destId="{F4B8ED1A-EFDE-8D45-A807-4C8630F51C0D}" srcOrd="5" destOrd="0" parTransId="{CC79FAE7-120D-7D40-9248-247C1A57D2B5}" sibTransId="{30213466-ED6D-7F4E-AFAD-AB97DB1478F1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27836369-CB9E-4D47-A63E-7623DF6C2439}" type="presOf" srcId="{8E2D04E1-D9A5-2B4B-A5C4-0F3D6710D65F}" destId="{389FED8C-1943-494A-9799-D4EEB7F43B23}" srcOrd="0" destOrd="4" presId="urn:microsoft.com/office/officeart/2005/8/layout/list1"/>
    <dgm:cxn modelId="{115A286C-3D34-9745-8F2A-3A4F2DCDDFC7}" type="presOf" srcId="{0769D294-0FFC-8849-9858-5DEA46712A08}" destId="{389FED8C-1943-494A-9799-D4EEB7F43B23}" srcOrd="0" destOrd="2" presId="urn:microsoft.com/office/officeart/2005/8/layout/list1"/>
    <dgm:cxn modelId="{BDE67978-FC57-AF48-9173-ECF0745D3864}" type="presOf" srcId="{DF1E8BD5-46C9-8A45-B173-67F866F3301D}" destId="{389FED8C-1943-494A-9799-D4EEB7F43B23}" srcOrd="0" destOrd="1" presId="urn:microsoft.com/office/officeart/2005/8/layout/list1"/>
    <dgm:cxn modelId="{4D556A85-6667-D949-B1A2-D5ACFBE56246}" srcId="{162F9166-4AE9-4DA2-B0AE-433BA3FE6DB7}" destId="{4D645EC5-4017-DE4F-9191-52F600E6663F}" srcOrd="8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8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ACC55A0-FC01-2D4A-A0EC-9510750B422E}" type="presOf" srcId="{F4B8ED1A-EFDE-8D45-A807-4C8630F51C0D}" destId="{389FED8C-1943-494A-9799-D4EEB7F43B23}" srcOrd="0" destOrd="5" presId="urn:microsoft.com/office/officeart/2005/8/layout/list1"/>
    <dgm:cxn modelId="{145D74B3-949A-F847-AE6E-0E21E8D55B88}" srcId="{162F9166-4AE9-4DA2-B0AE-433BA3FE6DB7}" destId="{8125A9A0-88C2-174A-8988-D29CE6BE7866}" srcOrd="6" destOrd="0" parTransId="{C15708CB-5E1F-1648-8661-85A1FD17556F}" sibTransId="{684A8745-C568-2141-9435-F4D2EB9B663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7" presId="urn:microsoft.com/office/officeart/2005/8/layout/list1"/>
    <dgm:cxn modelId="{DC8BC7F1-DEA8-D14A-8E6D-20B5D244B15B}" type="presOf" srcId="{4346605A-FD00-CD4E-B20C-1C60FB51F63B}" destId="{389FED8C-1943-494A-9799-D4EEB7F43B23}" srcOrd="0" destOrd="3" presId="urn:microsoft.com/office/officeart/2005/8/layout/list1"/>
    <dgm:cxn modelId="{E111A6F7-D761-AD4A-879F-6E0E9B10F5B2}" srcId="{162F9166-4AE9-4DA2-B0AE-433BA3FE6DB7}" destId="{DF1E8BD5-46C9-8A45-B173-67F866F3301D}" srcOrd="1" destOrd="0" parTransId="{2717648E-C5F2-1E45-9309-110300C744C6}" sibTransId="{7EC1879D-7C7C-944B-917D-74BB025BB9C6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b="1" dirty="0"/>
            <a:t>Final Model Performance</a:t>
          </a:r>
          <a:endParaRPr lang="en-US" dirty="0"/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 dirty="0"/>
            <a:t>SSD300-VGG16 with Conservative Configuration: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r>
            <a:rPr lang="en-US" b="1" dirty="0"/>
            <a:t>Interpretation:</a:t>
          </a:r>
          <a:r>
            <a:rPr lang="en-US" dirty="0"/>
            <a:t> Optimization primarily tightened precision without sacrificing recall</a:t>
          </a:r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DF1E8BD5-46C9-8A45-B173-67F866F3301D}">
      <dgm:prSet/>
      <dgm:spPr/>
      <dgm:t>
        <a:bodyPr/>
        <a:lstStyle/>
        <a:p>
          <a:endParaRPr lang="en-US" dirty="0"/>
        </a:p>
      </dgm:t>
    </dgm:pt>
    <dgm:pt modelId="{2717648E-C5F2-1E45-9309-110300C744C6}" type="parTrans" cxnId="{E111A6F7-D761-AD4A-879F-6E0E9B10F5B2}">
      <dgm:prSet/>
      <dgm:spPr/>
      <dgm:t>
        <a:bodyPr/>
        <a:lstStyle/>
        <a:p>
          <a:endParaRPr lang="en-US"/>
        </a:p>
      </dgm:t>
    </dgm:pt>
    <dgm:pt modelId="{7EC1879D-7C7C-944B-917D-74BB025BB9C6}" type="sibTrans" cxnId="{E111A6F7-D761-AD4A-879F-6E0E9B10F5B2}">
      <dgm:prSet/>
      <dgm:spPr/>
      <dgm:t>
        <a:bodyPr/>
        <a:lstStyle/>
        <a:p>
          <a:endParaRPr lang="en-US"/>
        </a:p>
      </dgm:t>
    </dgm:pt>
    <dgm:pt modelId="{0769D294-0FFC-8849-9858-5DEA46712A08}">
      <dgm:prSet/>
      <dgm:spPr/>
      <dgm:t>
        <a:bodyPr/>
        <a:lstStyle/>
        <a:p>
          <a:endParaRPr lang="en-US" dirty="0"/>
        </a:p>
      </dgm:t>
    </dgm:pt>
    <dgm:pt modelId="{03E39D81-BF8C-8346-BB55-C8185D7CDC6B}" type="parTrans" cxnId="{75F8470E-24E9-5448-A1A2-52B8D7E69767}">
      <dgm:prSet/>
      <dgm:spPr/>
      <dgm:t>
        <a:bodyPr/>
        <a:lstStyle/>
        <a:p>
          <a:endParaRPr lang="en-US"/>
        </a:p>
      </dgm:t>
    </dgm:pt>
    <dgm:pt modelId="{E5CB74D6-2ECC-C34A-9DE3-06A71D0C3DD5}" type="sibTrans" cxnId="{75F8470E-24E9-5448-A1A2-52B8D7E69767}">
      <dgm:prSet/>
      <dgm:spPr/>
      <dgm:t>
        <a:bodyPr/>
        <a:lstStyle/>
        <a:p>
          <a:endParaRPr lang="en-US"/>
        </a:p>
      </dgm:t>
    </dgm:pt>
    <dgm:pt modelId="{4346605A-FD00-CD4E-B20C-1C60FB51F63B}">
      <dgm:prSet/>
      <dgm:spPr/>
      <dgm:t>
        <a:bodyPr/>
        <a:lstStyle/>
        <a:p>
          <a:endParaRPr lang="en-US" dirty="0"/>
        </a:p>
      </dgm:t>
    </dgm:pt>
    <dgm:pt modelId="{0B6690D3-E3CC-C24E-BB66-BC9A67A728AA}" type="parTrans" cxnId="{1D42251F-9C07-E540-9F5A-D1C2DF88E56E}">
      <dgm:prSet/>
      <dgm:spPr/>
      <dgm:t>
        <a:bodyPr/>
        <a:lstStyle/>
        <a:p>
          <a:endParaRPr lang="en-US"/>
        </a:p>
      </dgm:t>
    </dgm:pt>
    <dgm:pt modelId="{0906EE20-98F2-3D47-BA12-7F8591B20AED}" type="sibTrans" cxnId="{1D42251F-9C07-E540-9F5A-D1C2DF88E56E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8E2D04E1-D9A5-2B4B-A5C4-0F3D6710D65F}">
      <dgm:prSet/>
      <dgm:spPr/>
      <dgm:t>
        <a:bodyPr/>
        <a:lstStyle/>
        <a:p>
          <a:endParaRPr lang="en-US" dirty="0"/>
        </a:p>
      </dgm:t>
    </dgm:pt>
    <dgm:pt modelId="{D4E51340-1787-A742-9C66-7C1771700732}" type="parTrans" cxnId="{5148B123-9DD2-E845-94BE-55100CBCA8C9}">
      <dgm:prSet/>
      <dgm:spPr/>
      <dgm:t>
        <a:bodyPr/>
        <a:lstStyle/>
        <a:p>
          <a:endParaRPr lang="en-US"/>
        </a:p>
      </dgm:t>
    </dgm:pt>
    <dgm:pt modelId="{BDB5CC9F-C643-D04C-81DD-716CF3CEA84D}" type="sibTrans" cxnId="{5148B123-9DD2-E845-94BE-55100CBCA8C9}">
      <dgm:prSet/>
      <dgm:spPr/>
      <dgm:t>
        <a:bodyPr/>
        <a:lstStyle/>
        <a:p>
          <a:endParaRPr lang="en-US"/>
        </a:p>
      </dgm:t>
    </dgm:pt>
    <dgm:pt modelId="{F4B8ED1A-EFDE-8D45-A807-4C8630F51C0D}">
      <dgm:prSet/>
      <dgm:spPr/>
      <dgm:t>
        <a:bodyPr/>
        <a:lstStyle/>
        <a:p>
          <a:endParaRPr lang="en-US" dirty="0"/>
        </a:p>
      </dgm:t>
    </dgm:pt>
    <dgm:pt modelId="{CC79FAE7-120D-7D40-9248-247C1A57D2B5}" type="parTrans" cxnId="{EEE55660-908E-C14F-8EC4-4616B9DE24B8}">
      <dgm:prSet/>
      <dgm:spPr/>
      <dgm:t>
        <a:bodyPr/>
        <a:lstStyle/>
        <a:p>
          <a:endParaRPr lang="en-US"/>
        </a:p>
      </dgm:t>
    </dgm:pt>
    <dgm:pt modelId="{30213466-ED6D-7F4E-AFAD-AB97DB1478F1}" type="sibTrans" cxnId="{EEE55660-908E-C14F-8EC4-4616B9DE24B8}">
      <dgm:prSet/>
      <dgm:spPr/>
      <dgm:t>
        <a:bodyPr/>
        <a:lstStyle/>
        <a:p>
          <a:endParaRPr lang="en-US"/>
        </a:p>
      </dgm:t>
    </dgm:pt>
    <dgm:pt modelId="{8125A9A0-88C2-174A-8988-D29CE6BE7866}">
      <dgm:prSet/>
      <dgm:spPr/>
      <dgm:t>
        <a:bodyPr/>
        <a:lstStyle/>
        <a:p>
          <a:endParaRPr lang="en-US" dirty="0"/>
        </a:p>
      </dgm:t>
    </dgm:pt>
    <dgm:pt modelId="{C15708CB-5E1F-1648-8661-85A1FD17556F}" type="parTrans" cxnId="{145D74B3-949A-F847-AE6E-0E21E8D55B88}">
      <dgm:prSet/>
      <dgm:spPr/>
      <dgm:t>
        <a:bodyPr/>
        <a:lstStyle/>
        <a:p>
          <a:endParaRPr lang="en-US"/>
        </a:p>
      </dgm:t>
    </dgm:pt>
    <dgm:pt modelId="{684A8745-C568-2141-9435-F4D2EB9B663F}" type="sibTrans" cxnId="{145D74B3-949A-F847-AE6E-0E21E8D55B88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5F8470E-24E9-5448-A1A2-52B8D7E69767}" srcId="{162F9166-4AE9-4DA2-B0AE-433BA3FE6DB7}" destId="{0769D294-0FFC-8849-9858-5DEA46712A08}" srcOrd="2" destOrd="0" parTransId="{03E39D81-BF8C-8346-BB55-C8185D7CDC6B}" sibTransId="{E5CB74D6-2ECC-C34A-9DE3-06A71D0C3DD5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D42251F-9C07-E540-9F5A-D1C2DF88E56E}" srcId="{162F9166-4AE9-4DA2-B0AE-433BA3FE6DB7}" destId="{4346605A-FD00-CD4E-B20C-1C60FB51F63B}" srcOrd="3" destOrd="0" parTransId="{0B6690D3-E3CC-C24E-BB66-BC9A67A728AA}" sibTransId="{0906EE20-98F2-3D47-BA12-7F8591B20AED}"/>
    <dgm:cxn modelId="{E617B822-326E-284B-A9D0-9DB1B2DF61B2}" srcId="{162F9166-4AE9-4DA2-B0AE-433BA3FE6DB7}" destId="{9DDA503D-C97A-7943-B745-4244EA5646E8}" srcOrd="7" destOrd="0" parTransId="{73246B00-B05D-1D4A-B3E5-4E40A33777E9}" sibTransId="{B49FC4F4-49DD-2B49-8885-0A3C45D1BF7E}"/>
    <dgm:cxn modelId="{5148B123-9DD2-E845-94BE-55100CBCA8C9}" srcId="{162F9166-4AE9-4DA2-B0AE-433BA3FE6DB7}" destId="{8E2D04E1-D9A5-2B4B-A5C4-0F3D6710D65F}" srcOrd="4" destOrd="0" parTransId="{D4E51340-1787-A742-9C66-7C1771700732}" sibTransId="{BDB5CC9F-C643-D04C-81DD-716CF3CEA84D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8757473E-27EE-1A4C-856D-7877975D4853}" type="presOf" srcId="{8125A9A0-88C2-174A-8988-D29CE6BE7866}" destId="{389FED8C-1943-494A-9799-D4EEB7F43B23}" srcOrd="0" destOrd="6" presId="urn:microsoft.com/office/officeart/2005/8/layout/list1"/>
    <dgm:cxn modelId="{EEE55660-908E-C14F-8EC4-4616B9DE24B8}" srcId="{162F9166-4AE9-4DA2-B0AE-433BA3FE6DB7}" destId="{F4B8ED1A-EFDE-8D45-A807-4C8630F51C0D}" srcOrd="5" destOrd="0" parTransId="{CC79FAE7-120D-7D40-9248-247C1A57D2B5}" sibTransId="{30213466-ED6D-7F4E-AFAD-AB97DB1478F1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27836369-CB9E-4D47-A63E-7623DF6C2439}" type="presOf" srcId="{8E2D04E1-D9A5-2B4B-A5C4-0F3D6710D65F}" destId="{389FED8C-1943-494A-9799-D4EEB7F43B23}" srcOrd="0" destOrd="4" presId="urn:microsoft.com/office/officeart/2005/8/layout/list1"/>
    <dgm:cxn modelId="{115A286C-3D34-9745-8F2A-3A4F2DCDDFC7}" type="presOf" srcId="{0769D294-0FFC-8849-9858-5DEA46712A08}" destId="{389FED8C-1943-494A-9799-D4EEB7F43B23}" srcOrd="0" destOrd="2" presId="urn:microsoft.com/office/officeart/2005/8/layout/list1"/>
    <dgm:cxn modelId="{BDE67978-FC57-AF48-9173-ECF0745D3864}" type="presOf" srcId="{DF1E8BD5-46C9-8A45-B173-67F866F3301D}" destId="{389FED8C-1943-494A-9799-D4EEB7F43B23}" srcOrd="0" destOrd="1" presId="urn:microsoft.com/office/officeart/2005/8/layout/list1"/>
    <dgm:cxn modelId="{4D556A85-6667-D949-B1A2-D5ACFBE56246}" srcId="{162F9166-4AE9-4DA2-B0AE-433BA3FE6DB7}" destId="{4D645EC5-4017-DE4F-9191-52F600E6663F}" srcOrd="8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8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ACC55A0-FC01-2D4A-A0EC-9510750B422E}" type="presOf" srcId="{F4B8ED1A-EFDE-8D45-A807-4C8630F51C0D}" destId="{389FED8C-1943-494A-9799-D4EEB7F43B23}" srcOrd="0" destOrd="5" presId="urn:microsoft.com/office/officeart/2005/8/layout/list1"/>
    <dgm:cxn modelId="{145D74B3-949A-F847-AE6E-0E21E8D55B88}" srcId="{162F9166-4AE9-4DA2-B0AE-433BA3FE6DB7}" destId="{8125A9A0-88C2-174A-8988-D29CE6BE7866}" srcOrd="6" destOrd="0" parTransId="{C15708CB-5E1F-1648-8661-85A1FD17556F}" sibTransId="{684A8745-C568-2141-9435-F4D2EB9B663F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FB760CED-251C-F14A-BFF9-838B8D631A92}" type="presOf" srcId="{9DDA503D-C97A-7943-B745-4244EA5646E8}" destId="{389FED8C-1943-494A-9799-D4EEB7F43B23}" srcOrd="0" destOrd="7" presId="urn:microsoft.com/office/officeart/2005/8/layout/list1"/>
    <dgm:cxn modelId="{DC8BC7F1-DEA8-D14A-8E6D-20B5D244B15B}" type="presOf" srcId="{4346605A-FD00-CD4E-B20C-1C60FB51F63B}" destId="{389FED8C-1943-494A-9799-D4EEB7F43B23}" srcOrd="0" destOrd="3" presId="urn:microsoft.com/office/officeart/2005/8/layout/list1"/>
    <dgm:cxn modelId="{E111A6F7-D761-AD4A-879F-6E0E9B10F5B2}" srcId="{162F9166-4AE9-4DA2-B0AE-433BA3FE6DB7}" destId="{DF1E8BD5-46C9-8A45-B173-67F866F3301D}" srcOrd="1" destOrd="0" parTransId="{2717648E-C5F2-1E45-9309-110300C744C6}" sibTransId="{7EC1879D-7C7C-944B-917D-74BB025BB9C6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b="1" dirty="0"/>
            <a:t>Qualitative Analysis</a:t>
          </a:r>
          <a:endParaRPr lang="en-US" dirty="0"/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/>
            <a:t>Visual Inspection Confirms: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46D88F53-E47E-B74B-A794-15C4D03FCF3D}">
      <dgm:prSet/>
      <dgm:spPr/>
      <dgm:t>
        <a:bodyPr/>
        <a:lstStyle/>
        <a:p>
          <a:pPr>
            <a:buNone/>
          </a:pPr>
          <a:r>
            <a:rPr lang="en-US" dirty="0"/>
            <a:t>✓ Fewer false speed-breaker positives in night scenes post-tuning</a:t>
          </a:r>
        </a:p>
      </dgm:t>
    </dgm:pt>
    <dgm:pt modelId="{F9F90667-0F03-874B-A8A2-B2B0BF1AC048}" type="parTrans" cxnId="{39ABCC97-CF55-954E-B84E-A5AAAA0B69E8}">
      <dgm:prSet/>
      <dgm:spPr/>
      <dgm:t>
        <a:bodyPr/>
        <a:lstStyle/>
        <a:p>
          <a:endParaRPr lang="en-US"/>
        </a:p>
      </dgm:t>
    </dgm:pt>
    <dgm:pt modelId="{5D8E130C-6600-904F-AE54-CD1F3E07DB5C}" type="sibTrans" cxnId="{39ABCC97-CF55-954E-B84E-A5AAAA0B69E8}">
      <dgm:prSet/>
      <dgm:spPr/>
      <dgm:t>
        <a:bodyPr/>
        <a:lstStyle/>
        <a:p>
          <a:endParaRPr lang="en-US"/>
        </a:p>
      </dgm:t>
    </dgm:pt>
    <dgm:pt modelId="{160A3487-686B-9741-ADB4-40BFEFD4AEF7}">
      <dgm:prSet/>
      <dgm:spPr/>
      <dgm:t>
        <a:bodyPr/>
        <a:lstStyle/>
        <a:p>
          <a:pPr>
            <a:buNone/>
          </a:pPr>
          <a:r>
            <a:rPr lang="en-US" b="1" dirty="0"/>
            <a:t>Persistent Challenges:</a:t>
          </a:r>
          <a:endParaRPr lang="en-US" dirty="0"/>
        </a:p>
      </dgm:t>
    </dgm:pt>
    <dgm:pt modelId="{7150339D-1131-B24A-87DB-C32EF90B9AAD}" type="parTrans" cxnId="{8BB57FDE-5698-4242-A3FE-402E07A27E5C}">
      <dgm:prSet/>
      <dgm:spPr/>
      <dgm:t>
        <a:bodyPr/>
        <a:lstStyle/>
        <a:p>
          <a:endParaRPr lang="en-US"/>
        </a:p>
      </dgm:t>
    </dgm:pt>
    <dgm:pt modelId="{4BC7C74E-4FA2-284E-BBFF-C2B4AA50F613}" type="sibTrans" cxnId="{8BB57FDE-5698-4242-A3FE-402E07A27E5C}">
      <dgm:prSet/>
      <dgm:spPr/>
      <dgm:t>
        <a:bodyPr/>
        <a:lstStyle/>
        <a:p>
          <a:endParaRPr lang="en-US"/>
        </a:p>
      </dgm:t>
    </dgm:pt>
    <dgm:pt modelId="{E4C9879E-4962-A34C-87DC-D43EB9491258}">
      <dgm:prSet/>
      <dgm:spPr/>
      <dgm:t>
        <a:bodyPr/>
        <a:lstStyle/>
        <a:p>
          <a:pPr>
            <a:buNone/>
          </a:pPr>
          <a:r>
            <a:rPr lang="en-US" dirty="0"/>
            <a:t>✗ Very small/oblique potholes remain difficult</a:t>
          </a:r>
        </a:p>
      </dgm:t>
    </dgm:pt>
    <dgm:pt modelId="{5DF3F628-23C5-CA49-BF59-EE9F403C7D6E}" type="parTrans" cxnId="{C2D38C53-E35C-3A4A-A15E-F4AD8BB1A425}">
      <dgm:prSet/>
      <dgm:spPr/>
      <dgm:t>
        <a:bodyPr/>
        <a:lstStyle/>
        <a:p>
          <a:endParaRPr lang="en-US"/>
        </a:p>
      </dgm:t>
    </dgm:pt>
    <dgm:pt modelId="{8ED0AE12-379B-FE4D-B827-BE26233C35B4}" type="sibTrans" cxnId="{C2D38C53-E35C-3A4A-A15E-F4AD8BB1A425}">
      <dgm:prSet/>
      <dgm:spPr/>
      <dgm:t>
        <a:bodyPr/>
        <a:lstStyle/>
        <a:p>
          <a:endParaRPr lang="en-US"/>
        </a:p>
      </dgm:t>
    </dgm:pt>
    <dgm:pt modelId="{A194EF0A-31C6-AA4D-A930-98DE6C8F5D09}">
      <dgm:prSet/>
      <dgm:spPr/>
      <dgm:t>
        <a:bodyPr/>
        <a:lstStyle/>
        <a:p>
          <a:pPr>
            <a:buNone/>
          </a:pPr>
          <a:r>
            <a:rPr lang="en-US" dirty="0"/>
            <a:t>✓ Tighter bounding boxes for mid-scale potholes</a:t>
          </a:r>
        </a:p>
      </dgm:t>
    </dgm:pt>
    <dgm:pt modelId="{36BCB38F-9104-F245-AB71-943415B280EB}" type="parTrans" cxnId="{0540669C-C487-0747-815D-15EFF7653017}">
      <dgm:prSet/>
      <dgm:spPr/>
    </dgm:pt>
    <dgm:pt modelId="{50B2FBA6-9BE4-C544-AAE5-F76D686575D4}" type="sibTrans" cxnId="{0540669C-C487-0747-815D-15EFF7653017}">
      <dgm:prSet/>
      <dgm:spPr/>
    </dgm:pt>
    <dgm:pt modelId="{55D280CE-7399-F64A-82A1-5C94DE235A39}">
      <dgm:prSet/>
      <dgm:spPr/>
      <dgm:t>
        <a:bodyPr/>
        <a:lstStyle/>
        <a:p>
          <a:pPr>
            <a:buNone/>
          </a:pPr>
          <a:r>
            <a:rPr lang="en-US" dirty="0"/>
            <a:t>✓ Improved localization quality</a:t>
          </a:r>
        </a:p>
      </dgm:t>
    </dgm:pt>
    <dgm:pt modelId="{194C1789-3152-D949-97D0-4037C58E8AD3}" type="parTrans" cxnId="{A053C3F6-05F9-B940-97AC-1105C856A066}">
      <dgm:prSet/>
      <dgm:spPr/>
    </dgm:pt>
    <dgm:pt modelId="{13061D88-8807-3240-9EB3-AC6CFA2855D0}" type="sibTrans" cxnId="{A053C3F6-05F9-B940-97AC-1105C856A066}">
      <dgm:prSet/>
      <dgm:spPr/>
    </dgm:pt>
    <dgm:pt modelId="{93112194-B30A-3044-A193-DC2CC4C7222C}">
      <dgm:prSet/>
      <dgm:spPr/>
      <dgm:t>
        <a:bodyPr/>
        <a:lstStyle/>
        <a:p>
          <a:pPr>
            <a:buNone/>
          </a:pPr>
          <a:r>
            <a:rPr lang="en-US" dirty="0"/>
            <a:t>✗ Night glare continues to cause issues</a:t>
          </a:r>
        </a:p>
      </dgm:t>
    </dgm:pt>
    <dgm:pt modelId="{FE662DCE-E56A-2443-AABC-B4BC134C6402}" type="parTrans" cxnId="{0183A571-65A8-0241-887A-997FA9E66C24}">
      <dgm:prSet/>
      <dgm:spPr/>
    </dgm:pt>
    <dgm:pt modelId="{96CBCFBC-3DC6-D649-BFCA-539262A77D82}" type="sibTrans" cxnId="{0183A571-65A8-0241-887A-997FA9E66C24}">
      <dgm:prSet/>
      <dgm:spPr/>
    </dgm:pt>
    <dgm:pt modelId="{91BB28E1-D1C0-2B4C-A78E-6C727F098CD9}">
      <dgm:prSet/>
      <dgm:spPr/>
      <dgm:t>
        <a:bodyPr/>
        <a:lstStyle/>
        <a:p>
          <a:pPr>
            <a:buNone/>
          </a:pPr>
          <a:r>
            <a:rPr lang="en-US" dirty="0"/>
            <a:t>✗ Reflective paint markings</a:t>
          </a:r>
        </a:p>
      </dgm:t>
    </dgm:pt>
    <dgm:pt modelId="{DB920BCF-FCE1-5546-A23F-CC38834D80B8}" type="parTrans" cxnId="{21DDC773-516D-2742-B045-7F320E921D3D}">
      <dgm:prSet/>
      <dgm:spPr/>
    </dgm:pt>
    <dgm:pt modelId="{159A4EBA-DEE4-A048-A778-9C221B0554A1}" type="sibTrans" cxnId="{21DDC773-516D-2742-B045-7F320E921D3D}">
      <dgm:prSet/>
      <dgm:spPr/>
    </dgm:pt>
    <dgm:pt modelId="{A167EFA6-4896-A645-9365-D7FECAF995BC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4373103F-C835-6541-A23C-C4ED8ACDB9B5}" type="parTrans" cxnId="{81A422F6-8141-4D4D-955E-9FEA513EE94E}">
      <dgm:prSet/>
      <dgm:spPr/>
    </dgm:pt>
    <dgm:pt modelId="{D76EA4FC-07A5-CE44-99D5-9A7D180CEBD4}" type="sibTrans" cxnId="{81A422F6-8141-4D4D-955E-9FEA513EE94E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E41BBB1E-AEFB-3D41-A222-8D9C7629F119}" type="presOf" srcId="{91BB28E1-D1C0-2B4C-A78E-6C727F098CD9}" destId="{389FED8C-1943-494A-9799-D4EEB7F43B23}" srcOrd="0" destOrd="8" presId="urn:microsoft.com/office/officeart/2005/8/layout/list1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EEFCE641-28DE-AA49-8E1D-237AE685F4EF}" type="presOf" srcId="{160A3487-686B-9741-ADB4-40BFEFD4AEF7}" destId="{389FED8C-1943-494A-9799-D4EEB7F43B23}" srcOrd="0" destOrd="5" presId="urn:microsoft.com/office/officeart/2005/8/layout/list1"/>
    <dgm:cxn modelId="{C2D38C53-E35C-3A4A-A15E-F4AD8BB1A425}" srcId="{162F9166-4AE9-4DA2-B0AE-433BA3FE6DB7}" destId="{E4C9879E-4962-A34C-87DC-D43EB9491258}" srcOrd="6" destOrd="0" parTransId="{5DF3F628-23C5-CA49-BF59-EE9F403C7D6E}" sibTransId="{8ED0AE12-379B-FE4D-B827-BE26233C35B4}"/>
    <dgm:cxn modelId="{14068E5E-56CC-5348-A045-28C7490C9A6A}" type="presOf" srcId="{93112194-B30A-3044-A193-DC2CC4C7222C}" destId="{389FED8C-1943-494A-9799-D4EEB7F43B23}" srcOrd="0" destOrd="7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36AA5D6C-0B2C-3D4D-9C2C-3F4A7189A68D}" type="presOf" srcId="{A194EF0A-31C6-AA4D-A930-98DE6C8F5D09}" destId="{389FED8C-1943-494A-9799-D4EEB7F43B23}" srcOrd="0" destOrd="2" presId="urn:microsoft.com/office/officeart/2005/8/layout/list1"/>
    <dgm:cxn modelId="{0183A571-65A8-0241-887A-997FA9E66C24}" srcId="{162F9166-4AE9-4DA2-B0AE-433BA3FE6DB7}" destId="{93112194-B30A-3044-A193-DC2CC4C7222C}" srcOrd="7" destOrd="0" parTransId="{FE662DCE-E56A-2443-AABC-B4BC134C6402}" sibTransId="{96CBCFBC-3DC6-D649-BFCA-539262A77D82}"/>
    <dgm:cxn modelId="{21DDC773-516D-2742-B045-7F320E921D3D}" srcId="{162F9166-4AE9-4DA2-B0AE-433BA3FE6DB7}" destId="{91BB28E1-D1C0-2B4C-A78E-6C727F098CD9}" srcOrd="8" destOrd="0" parTransId="{DB920BCF-FCE1-5546-A23F-CC38834D80B8}" sibTransId="{159A4EBA-DEE4-A048-A778-9C221B0554A1}"/>
    <dgm:cxn modelId="{EB849F86-BB5D-5447-ADD9-6BAF144AE97E}" type="presOf" srcId="{E4C9879E-4962-A34C-87DC-D43EB9491258}" destId="{389FED8C-1943-494A-9799-D4EEB7F43B23}" srcOrd="0" destOrd="6" presId="urn:microsoft.com/office/officeart/2005/8/layout/list1"/>
    <dgm:cxn modelId="{D3073991-5A77-0644-91B3-A33CB614B2C7}" type="presOf" srcId="{55D280CE-7399-F64A-82A1-5C94DE235A39}" destId="{389FED8C-1943-494A-9799-D4EEB7F43B23}" srcOrd="0" destOrd="3" presId="urn:microsoft.com/office/officeart/2005/8/layout/list1"/>
    <dgm:cxn modelId="{39ABCC97-CF55-954E-B84E-A5AAAA0B69E8}" srcId="{162F9166-4AE9-4DA2-B0AE-433BA3FE6DB7}" destId="{46D88F53-E47E-B74B-A794-15C4D03FCF3D}" srcOrd="1" destOrd="0" parTransId="{F9F90667-0F03-874B-A8A2-B2B0BF1AC048}" sibTransId="{5D8E130C-6600-904F-AE54-CD1F3E07DB5C}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0540669C-C487-0747-815D-15EFF7653017}" srcId="{162F9166-4AE9-4DA2-B0AE-433BA3FE6DB7}" destId="{A194EF0A-31C6-AA4D-A930-98DE6C8F5D09}" srcOrd="2" destOrd="0" parTransId="{36BCB38F-9104-F245-AB71-943415B280EB}" sibTransId="{50B2FBA6-9BE4-C544-AAE5-F76D686575D4}"/>
    <dgm:cxn modelId="{7886AABD-C14A-C340-BF00-7F985DCB6DD1}" type="presOf" srcId="{A167EFA6-4896-A645-9365-D7FECAF995BC}" destId="{389FED8C-1943-494A-9799-D4EEB7F43B23}" srcOrd="0" destOrd="4" presId="urn:microsoft.com/office/officeart/2005/8/layout/list1"/>
    <dgm:cxn modelId="{C5E109C1-07E2-4248-AF53-6712C07BD406}" type="presOf" srcId="{46D88F53-E47E-B74B-A794-15C4D03FCF3D}" destId="{389FED8C-1943-494A-9799-D4EEB7F43B23}" srcOrd="0" destOrd="1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8BB57FDE-5698-4242-A3FE-402E07A27E5C}" srcId="{162F9166-4AE9-4DA2-B0AE-433BA3FE6DB7}" destId="{160A3487-686B-9741-ADB4-40BFEFD4AEF7}" srcOrd="5" destOrd="0" parTransId="{7150339D-1131-B24A-87DB-C32EF90B9AAD}" sibTransId="{4BC7C74E-4FA2-284E-BBFF-C2B4AA50F613}"/>
    <dgm:cxn modelId="{81A422F6-8141-4D4D-955E-9FEA513EE94E}" srcId="{162F9166-4AE9-4DA2-B0AE-433BA3FE6DB7}" destId="{A167EFA6-4896-A645-9365-D7FECAF995BC}" srcOrd="4" destOrd="0" parTransId="{4373103F-C835-6541-A23C-C4ED8ACDB9B5}" sibTransId="{D76EA4FC-07A5-CE44-99D5-9A7D180CEBD4}"/>
    <dgm:cxn modelId="{A053C3F6-05F9-B940-97AC-1105C856A066}" srcId="{162F9166-4AE9-4DA2-B0AE-433BA3FE6DB7}" destId="{55D280CE-7399-F64A-82A1-5C94DE235A39}" srcOrd="3" destOrd="0" parTransId="{194C1789-3152-D949-97D0-4037C58E8AD3}" sibTransId="{13061D88-8807-3240-9EB3-AC6CFA2855D0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b="1" dirty="0"/>
            <a:t>Practical Implications</a:t>
          </a:r>
          <a:endParaRPr lang="en-US" dirty="0"/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/>
            <a:t>For ADAS Deployment: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9DDA503D-C97A-7943-B745-4244EA5646E8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73246B00-B05D-1D4A-B3E5-4E40A33777E9}" type="parTrans" cxnId="{E617B822-326E-284B-A9D0-9DB1B2DF61B2}">
      <dgm:prSet/>
      <dgm:spPr/>
      <dgm:t>
        <a:bodyPr/>
        <a:lstStyle/>
        <a:p>
          <a:endParaRPr lang="en-US"/>
        </a:p>
      </dgm:t>
    </dgm:pt>
    <dgm:pt modelId="{B49FC4F4-49DD-2B49-8885-0A3C45D1BF7E}" type="sibTrans" cxnId="{E617B822-326E-284B-A9D0-9DB1B2DF61B2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0236DEEB-E747-3A45-85C4-7C58C7D8487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Calibrate confidence thresholds per lighting condition</a:t>
          </a:r>
        </a:p>
      </dgm:t>
    </dgm:pt>
    <dgm:pt modelId="{DC644FAB-E009-2D48-83AD-0EE2F545EBC1}" type="parTrans" cxnId="{8946508D-D7AC-8F4A-BBBC-84244EA3A0E6}">
      <dgm:prSet/>
      <dgm:spPr/>
      <dgm:t>
        <a:bodyPr/>
        <a:lstStyle/>
        <a:p>
          <a:endParaRPr lang="en-US"/>
        </a:p>
      </dgm:t>
    </dgm:pt>
    <dgm:pt modelId="{1D2CC8CF-A8B6-F748-B2FD-A2B0023FA917}" type="sibTrans" cxnId="{8946508D-D7AC-8F4A-BBBC-84244EA3A0E6}">
      <dgm:prSet/>
      <dgm:spPr/>
      <dgm:t>
        <a:bodyPr/>
        <a:lstStyle/>
        <a:p>
          <a:endParaRPr lang="en-US"/>
        </a:p>
      </dgm:t>
    </dgm:pt>
    <dgm:pt modelId="{199FAEE6-0838-4046-A9C9-CF40B5EEE55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Apply conservative buffers around reported detections</a:t>
          </a:r>
        </a:p>
      </dgm:t>
    </dgm:pt>
    <dgm:pt modelId="{4DDBCE5E-EC64-9146-9081-A5E2A4511009}" type="parTrans" cxnId="{928E5EA8-3180-4E42-991D-AB469DBA197B}">
      <dgm:prSet/>
      <dgm:spPr/>
      <dgm:t>
        <a:bodyPr/>
        <a:lstStyle/>
        <a:p>
          <a:endParaRPr lang="en-US"/>
        </a:p>
      </dgm:t>
    </dgm:pt>
    <dgm:pt modelId="{7B2224A7-A3D1-2F4D-A44E-28136AC6910A}" type="sibTrans" cxnId="{928E5EA8-3180-4E42-991D-AB469DBA197B}">
      <dgm:prSet/>
      <dgm:spPr/>
      <dgm:t>
        <a:bodyPr/>
        <a:lstStyle/>
        <a:p>
          <a:endParaRPr lang="en-US"/>
        </a:p>
      </dgm:t>
    </dgm:pt>
    <dgm:pt modelId="{92FA95DA-C39A-044B-9666-AA76F559A32F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Consider temporal smoothing for video input</a:t>
          </a:r>
        </a:p>
      </dgm:t>
    </dgm:pt>
    <dgm:pt modelId="{31E65FC3-2541-B841-A76D-4CE1FC8A0D4D}" type="parTrans" cxnId="{273D5DA1-6E96-0846-B3F1-731C763F6EDB}">
      <dgm:prSet/>
      <dgm:spPr/>
      <dgm:t>
        <a:bodyPr/>
        <a:lstStyle/>
        <a:p>
          <a:endParaRPr lang="en-US"/>
        </a:p>
      </dgm:t>
    </dgm:pt>
    <dgm:pt modelId="{6B4BB5BA-3066-8140-A69E-52847EECDF85}" type="sibTrans" cxnId="{273D5DA1-6E96-0846-B3F1-731C763F6EDB}">
      <dgm:prSet/>
      <dgm:spPr/>
      <dgm:t>
        <a:bodyPr/>
        <a:lstStyle/>
        <a:p>
          <a:endParaRPr lang="en-US"/>
        </a:p>
      </dgm:t>
    </dgm:pt>
    <dgm:pt modelId="{555A7F7E-1CB0-3041-BB56-4B1873A0DD1A}">
      <dgm:prSet/>
      <dgm:spPr/>
      <dgm:t>
        <a:bodyPr/>
        <a:lstStyle/>
        <a:p>
          <a:pPr>
            <a:buNone/>
          </a:pPr>
          <a:r>
            <a:rPr lang="en-US" b="1"/>
            <a:t>For GIS Mapping:</a:t>
          </a:r>
          <a:endParaRPr lang="en-US"/>
        </a:p>
      </dgm:t>
    </dgm:pt>
    <dgm:pt modelId="{EA8731A3-E0BF-DD46-96D5-DFC8EAD8A02B}" type="parTrans" cxnId="{F5EFDBFB-F088-A042-9C02-83CBB473E2DB}">
      <dgm:prSet/>
      <dgm:spPr/>
      <dgm:t>
        <a:bodyPr/>
        <a:lstStyle/>
        <a:p>
          <a:endParaRPr lang="en-US"/>
        </a:p>
      </dgm:t>
    </dgm:pt>
    <dgm:pt modelId="{8B5096B9-A08F-B147-A52F-FBC966D96D2E}" type="sibTrans" cxnId="{F5EFDBFB-F088-A042-9C02-83CBB473E2DB}">
      <dgm:prSet/>
      <dgm:spPr/>
      <dgm:t>
        <a:bodyPr/>
        <a:lstStyle/>
        <a:p>
          <a:endParaRPr lang="en-US"/>
        </a:p>
      </dgm:t>
    </dgm:pt>
    <dgm:pt modelId="{06ED7C34-27CB-5F4C-9B75-0199AC2750A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Use detection outputs for automated road condition surveys</a:t>
          </a:r>
        </a:p>
      </dgm:t>
    </dgm:pt>
    <dgm:pt modelId="{8378B5DB-E383-384E-A8EA-5B708D1E12B9}" type="parTrans" cxnId="{6285CA68-115D-BC46-A1CB-508491301AA1}">
      <dgm:prSet/>
      <dgm:spPr/>
      <dgm:t>
        <a:bodyPr/>
        <a:lstStyle/>
        <a:p>
          <a:endParaRPr lang="en-US"/>
        </a:p>
      </dgm:t>
    </dgm:pt>
    <dgm:pt modelId="{2C3D2287-3070-B94E-90AB-99A208FE9391}" type="sibTrans" cxnId="{6285CA68-115D-BC46-A1CB-508491301AA1}">
      <dgm:prSet/>
      <dgm:spPr/>
      <dgm:t>
        <a:bodyPr/>
        <a:lstStyle/>
        <a:p>
          <a:endParaRPr lang="en-US"/>
        </a:p>
      </dgm:t>
    </dgm:pt>
    <dgm:pt modelId="{7BBA80AB-37A0-4A42-A19B-B96D683BC29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Implement verification layer for high-confidence detections</a:t>
          </a:r>
        </a:p>
      </dgm:t>
    </dgm:pt>
    <dgm:pt modelId="{BE1E358A-AC3B-F247-94FF-5219201D71CB}" type="parTrans" cxnId="{37E002DD-A8AB-1744-8CA9-D0C80CA9C2F9}">
      <dgm:prSet/>
      <dgm:spPr/>
      <dgm:t>
        <a:bodyPr/>
        <a:lstStyle/>
        <a:p>
          <a:endParaRPr lang="en-US"/>
        </a:p>
      </dgm:t>
    </dgm:pt>
    <dgm:pt modelId="{5D500D98-5C2F-EA4F-A8F5-420AD1E80471}" type="sibTrans" cxnId="{37E002DD-A8AB-1744-8CA9-D0C80CA9C2F9}">
      <dgm:prSet/>
      <dgm:spPr/>
      <dgm:t>
        <a:bodyPr/>
        <a:lstStyle/>
        <a:p>
          <a:endParaRPr lang="en-US"/>
        </a:p>
      </dgm:t>
    </dgm:pt>
    <dgm:pt modelId="{DD1C0362-16A8-674F-91CA-8C356B9CC38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Buffer zones recommended for maintenance planning</a:t>
          </a:r>
        </a:p>
      </dgm:t>
    </dgm:pt>
    <dgm:pt modelId="{47AF05EE-E1A8-FF4B-8CB7-D24F80D5A41E}" type="parTrans" cxnId="{34D72361-A84D-C64C-A5B9-E360A2873518}">
      <dgm:prSet/>
      <dgm:spPr/>
      <dgm:t>
        <a:bodyPr/>
        <a:lstStyle/>
        <a:p>
          <a:endParaRPr lang="en-US"/>
        </a:p>
      </dgm:t>
    </dgm:pt>
    <dgm:pt modelId="{C65389B9-42B6-6247-B874-6014529724DC}" type="sibTrans" cxnId="{34D72361-A84D-C64C-A5B9-E360A2873518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E617B822-326E-284B-A9D0-9DB1B2DF61B2}" srcId="{162F9166-4AE9-4DA2-B0AE-433BA3FE6DB7}" destId="{9DDA503D-C97A-7943-B745-4244EA5646E8}" srcOrd="2" destOrd="0" parTransId="{73246B00-B05D-1D4A-B3E5-4E40A33777E9}" sibTransId="{B49FC4F4-49DD-2B49-8885-0A3C45D1BF7E}"/>
    <dgm:cxn modelId="{6050B625-55D8-7745-9ED3-1FF8AC84305B}" type="presOf" srcId="{555A7F7E-1CB0-3041-BB56-4B1873A0DD1A}" destId="{389FED8C-1943-494A-9799-D4EEB7F43B23}" srcOrd="0" destOrd="4" presId="urn:microsoft.com/office/officeart/2005/8/layout/list1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445DE729-8602-CF4F-9113-50EFA3E1BB2E}" type="presOf" srcId="{7BBA80AB-37A0-4A42-A19B-B96D683BC29C}" destId="{389FED8C-1943-494A-9799-D4EEB7F43B23}" srcOrd="0" destOrd="6" presId="urn:microsoft.com/office/officeart/2005/8/layout/list1"/>
    <dgm:cxn modelId="{41DA073A-6280-D244-957C-AFDD1FA78E5F}" type="presOf" srcId="{06ED7C34-27CB-5F4C-9B75-0199AC2750A9}" destId="{389FED8C-1943-494A-9799-D4EEB7F43B23}" srcOrd="0" destOrd="5" presId="urn:microsoft.com/office/officeart/2005/8/layout/list1"/>
    <dgm:cxn modelId="{5A87E45E-9757-F243-B45C-E87ABCEB1080}" type="presOf" srcId="{DD1C0362-16A8-674F-91CA-8C356B9CC38A}" destId="{389FED8C-1943-494A-9799-D4EEB7F43B23}" srcOrd="0" destOrd="7" presId="urn:microsoft.com/office/officeart/2005/8/layout/list1"/>
    <dgm:cxn modelId="{34D72361-A84D-C64C-A5B9-E360A2873518}" srcId="{555A7F7E-1CB0-3041-BB56-4B1873A0DD1A}" destId="{DD1C0362-16A8-674F-91CA-8C356B9CC38A}" srcOrd="2" destOrd="0" parTransId="{47AF05EE-E1A8-FF4B-8CB7-D24F80D5A41E}" sibTransId="{C65389B9-42B6-6247-B874-6014529724DC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6285CA68-115D-BC46-A1CB-508491301AA1}" srcId="{555A7F7E-1CB0-3041-BB56-4B1873A0DD1A}" destId="{06ED7C34-27CB-5F4C-9B75-0199AC2750A9}" srcOrd="0" destOrd="0" parTransId="{8378B5DB-E383-384E-A8EA-5B708D1E12B9}" sibTransId="{2C3D2287-3070-B94E-90AB-99A208FE9391}"/>
    <dgm:cxn modelId="{4D556A85-6667-D949-B1A2-D5ACFBE56246}" srcId="{162F9166-4AE9-4DA2-B0AE-433BA3FE6DB7}" destId="{4D645EC5-4017-DE4F-9191-52F600E6663F}" srcOrd="3" destOrd="0" parTransId="{E3B8C0B3-86EE-5049-A820-06C375590168}" sibTransId="{A08AAD71-CC0D-0445-A3C1-76782265F5AA}"/>
    <dgm:cxn modelId="{8946508D-D7AC-8F4A-BBBC-84244EA3A0E6}" srcId="{A47A003B-F1A4-438C-8016-9E15B9093622}" destId="{0236DEEB-E747-3A45-85C4-7C58C7D8487D}" srcOrd="0" destOrd="0" parTransId="{DC644FAB-E009-2D48-83AD-0EE2F545EBC1}" sibTransId="{1D2CC8CF-A8B6-F748-B2FD-A2B0023FA917}"/>
    <dgm:cxn modelId="{13ECB093-9912-FB44-A9CA-FC13B9B713B4}" type="presOf" srcId="{4D645EC5-4017-DE4F-9191-52F600E6663F}" destId="{389FED8C-1943-494A-9799-D4EEB7F43B23}" srcOrd="0" destOrd="9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273D5DA1-6E96-0846-B3F1-731C763F6EDB}" srcId="{A47A003B-F1A4-438C-8016-9E15B9093622}" destId="{92FA95DA-C39A-044B-9666-AA76F559A32F}" srcOrd="2" destOrd="0" parTransId="{31E65FC3-2541-B841-A76D-4CE1FC8A0D4D}" sibTransId="{6B4BB5BA-3066-8140-A69E-52847EECDF85}"/>
    <dgm:cxn modelId="{928E5EA8-3180-4E42-991D-AB469DBA197B}" srcId="{A47A003B-F1A4-438C-8016-9E15B9093622}" destId="{199FAEE6-0838-4046-A9C9-CF40B5EEE55C}" srcOrd="1" destOrd="0" parTransId="{4DDBCE5E-EC64-9146-9081-A5E2A4511009}" sibTransId="{7B2224A7-A3D1-2F4D-A44E-28136AC6910A}"/>
    <dgm:cxn modelId="{194F6DB0-9A9E-9D45-AB2B-E3F6AB3A472D}" type="presOf" srcId="{92FA95DA-C39A-044B-9666-AA76F559A32F}" destId="{389FED8C-1943-494A-9799-D4EEB7F43B23}" srcOrd="0" destOrd="3" presId="urn:microsoft.com/office/officeart/2005/8/layout/list1"/>
    <dgm:cxn modelId="{75C00FBC-70E6-8041-9FB2-84997002F604}" type="presOf" srcId="{199FAEE6-0838-4046-A9C9-CF40B5EEE55C}" destId="{389FED8C-1943-494A-9799-D4EEB7F43B23}" srcOrd="0" destOrd="2" presId="urn:microsoft.com/office/officeart/2005/8/layout/list1"/>
    <dgm:cxn modelId="{6DC537C4-C466-304F-9259-FC7239715191}" type="presOf" srcId="{0236DEEB-E747-3A45-85C4-7C58C7D8487D}" destId="{389FED8C-1943-494A-9799-D4EEB7F43B23}" srcOrd="0" destOrd="1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37E002DD-A8AB-1744-8CA9-D0C80CA9C2F9}" srcId="{555A7F7E-1CB0-3041-BB56-4B1873A0DD1A}" destId="{7BBA80AB-37A0-4A42-A19B-B96D683BC29C}" srcOrd="1" destOrd="0" parTransId="{BE1E358A-AC3B-F247-94FF-5219201D71CB}" sibTransId="{5D500D98-5C2F-EA4F-A8F5-420AD1E80471}"/>
    <dgm:cxn modelId="{FB760CED-251C-F14A-BFF9-838B8D631A92}" type="presOf" srcId="{9DDA503D-C97A-7943-B745-4244EA5646E8}" destId="{389FED8C-1943-494A-9799-D4EEB7F43B23}" srcOrd="0" destOrd="8" presId="urn:microsoft.com/office/officeart/2005/8/layout/list1"/>
    <dgm:cxn modelId="{F5EFDBFB-F088-A042-9C02-83CBB473E2DB}" srcId="{162F9166-4AE9-4DA2-B0AE-433BA3FE6DB7}" destId="{555A7F7E-1CB0-3041-BB56-4B1873A0DD1A}" srcOrd="1" destOrd="0" parTransId="{EA8731A3-E0BF-DD46-96D5-DFC8EAD8A02B}" sibTransId="{8B5096B9-A08F-B147-A52F-FBC966D96D2E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b="1" dirty="0"/>
            <a:t>Limitations</a:t>
          </a:r>
          <a:endParaRPr lang="en-US" dirty="0"/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/>
            <a:t>Dataset Constraints: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CF2B4AB8-8B52-E445-8BA3-B871F1F10A9D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Limited diversity (similar scenes from different angles)</a:t>
          </a:r>
        </a:p>
      </dgm:t>
    </dgm:pt>
    <dgm:pt modelId="{74B1646C-DCDC-4240-A453-EBA7E8701F99}" type="parTrans" cxnId="{2E46465E-9385-F84B-9C4A-595E42057F28}">
      <dgm:prSet/>
      <dgm:spPr/>
      <dgm:t>
        <a:bodyPr/>
        <a:lstStyle/>
        <a:p>
          <a:endParaRPr lang="en-US"/>
        </a:p>
      </dgm:t>
    </dgm:pt>
    <dgm:pt modelId="{85261BE2-83FE-3142-BEB3-390D942A4543}" type="sibTrans" cxnId="{2E46465E-9385-F84B-9C4A-595E42057F28}">
      <dgm:prSet/>
      <dgm:spPr/>
      <dgm:t>
        <a:bodyPr/>
        <a:lstStyle/>
        <a:p>
          <a:endParaRPr lang="en-US"/>
        </a:p>
      </dgm:t>
    </dgm:pt>
    <dgm:pt modelId="{E147B974-8CE0-2147-A52A-7DE1C48730B8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Small nighttime sample size</a:t>
          </a:r>
        </a:p>
      </dgm:t>
    </dgm:pt>
    <dgm:pt modelId="{B927A82D-86F2-A748-B862-986C7F10D8B3}" type="parTrans" cxnId="{6FDDBEB8-990C-9246-ABE4-55314800E356}">
      <dgm:prSet/>
      <dgm:spPr/>
      <dgm:t>
        <a:bodyPr/>
        <a:lstStyle/>
        <a:p>
          <a:endParaRPr lang="en-US"/>
        </a:p>
      </dgm:t>
    </dgm:pt>
    <dgm:pt modelId="{FBA206F4-1857-4540-9BE9-3D284D139B2C}" type="sibTrans" cxnId="{6FDDBEB8-990C-9246-ABE4-55314800E356}">
      <dgm:prSet/>
      <dgm:spPr/>
      <dgm:t>
        <a:bodyPr/>
        <a:lstStyle/>
        <a:p>
          <a:endParaRPr lang="en-US"/>
        </a:p>
      </dgm:t>
    </dgm:pt>
    <dgm:pt modelId="{93705E1E-3B5E-BF4F-8D40-F8DE0FE05AB5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Single geographic region (India)</a:t>
          </a:r>
        </a:p>
      </dgm:t>
    </dgm:pt>
    <dgm:pt modelId="{A8B46ED9-4614-7C4F-889C-648503156532}" type="parTrans" cxnId="{598AC70B-F0A9-C741-A2A0-586BFA944D32}">
      <dgm:prSet/>
      <dgm:spPr/>
      <dgm:t>
        <a:bodyPr/>
        <a:lstStyle/>
        <a:p>
          <a:endParaRPr lang="en-US"/>
        </a:p>
      </dgm:t>
    </dgm:pt>
    <dgm:pt modelId="{8C8044BE-445E-DC4E-BF82-8BBA1FFE8A52}" type="sibTrans" cxnId="{598AC70B-F0A9-C741-A2A0-586BFA944D32}">
      <dgm:prSet/>
      <dgm:spPr/>
      <dgm:t>
        <a:bodyPr/>
        <a:lstStyle/>
        <a:p>
          <a:endParaRPr lang="en-US"/>
        </a:p>
      </dgm:t>
    </dgm:pt>
    <dgm:pt modelId="{0AFC84E5-FF25-4444-88F0-0F2E0D1EB35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/>
            <a:t>Technical Limitations:</a:t>
          </a:r>
          <a:endParaRPr lang="en-US"/>
        </a:p>
      </dgm:t>
    </dgm:pt>
    <dgm:pt modelId="{D18E310A-CFA1-9B4B-B722-14CBF941E765}" type="parTrans" cxnId="{313CA599-B1FE-1744-9215-ACA52531FD70}">
      <dgm:prSet/>
      <dgm:spPr/>
      <dgm:t>
        <a:bodyPr/>
        <a:lstStyle/>
        <a:p>
          <a:endParaRPr lang="en-US"/>
        </a:p>
      </dgm:t>
    </dgm:pt>
    <dgm:pt modelId="{20F5E7E2-2005-CA4A-AD0D-FCD99F71FE34}" type="sibTrans" cxnId="{313CA599-B1FE-1744-9215-ACA52531FD70}">
      <dgm:prSet/>
      <dgm:spPr/>
      <dgm:t>
        <a:bodyPr/>
        <a:lstStyle/>
        <a:p>
          <a:endParaRPr lang="en-US"/>
        </a:p>
      </dgm:t>
    </dgm:pt>
    <dgm:pt modelId="{17474976-B414-BD49-9E60-E0CCDB9F5EE5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Validation-only metrics (test set for final confirmation)</a:t>
          </a:r>
        </a:p>
      </dgm:t>
    </dgm:pt>
    <dgm:pt modelId="{DE9984AB-79DD-BA44-B087-B4463446E0FF}" type="parTrans" cxnId="{8517F4E5-EEDE-AA4B-9AB7-3F7704B20EF2}">
      <dgm:prSet/>
      <dgm:spPr/>
      <dgm:t>
        <a:bodyPr/>
        <a:lstStyle/>
        <a:p>
          <a:endParaRPr lang="en-US"/>
        </a:p>
      </dgm:t>
    </dgm:pt>
    <dgm:pt modelId="{DE446A89-B647-534C-9E52-89593A41706F}" type="sibTrans" cxnId="{8517F4E5-EEDE-AA4B-9AB7-3F7704B20EF2}">
      <dgm:prSet/>
      <dgm:spPr/>
      <dgm:t>
        <a:bodyPr/>
        <a:lstStyle/>
        <a:p>
          <a:endParaRPr lang="en-US"/>
        </a:p>
      </dgm:t>
    </dgm:pt>
    <dgm:pt modelId="{B803F891-57F8-3242-B5EB-1FE220508CC1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No real-time deployment testing</a:t>
          </a:r>
        </a:p>
      </dgm:t>
    </dgm:pt>
    <dgm:pt modelId="{05BC2215-B122-5247-A8EF-9B7656E7A013}" type="parTrans" cxnId="{CA7ADA17-FEB6-3A47-801D-CEC68EF27E0C}">
      <dgm:prSet/>
      <dgm:spPr/>
      <dgm:t>
        <a:bodyPr/>
        <a:lstStyle/>
        <a:p>
          <a:endParaRPr lang="en-US"/>
        </a:p>
      </dgm:t>
    </dgm:pt>
    <dgm:pt modelId="{88632E3D-C18B-EE44-8451-B70C649BDFE6}" type="sibTrans" cxnId="{CA7ADA17-FEB6-3A47-801D-CEC68EF27E0C}">
      <dgm:prSet/>
      <dgm:spPr/>
      <dgm:t>
        <a:bodyPr/>
        <a:lstStyle/>
        <a:p>
          <a:endParaRPr lang="en-US"/>
        </a:p>
      </dgm:t>
    </dgm:pt>
    <dgm:pt modelId="{6E38DD80-A687-CA4B-B5E9-587E4A5ED107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Single-frame analysis (no temporal context)</a:t>
          </a:r>
        </a:p>
      </dgm:t>
    </dgm:pt>
    <dgm:pt modelId="{8230AAD8-DB98-E747-A33C-E1C3588FA830}" type="parTrans" cxnId="{8F58136B-418A-A048-86C3-99EF92A763FD}">
      <dgm:prSet/>
      <dgm:spPr/>
      <dgm:t>
        <a:bodyPr/>
        <a:lstStyle/>
        <a:p>
          <a:endParaRPr lang="en-US"/>
        </a:p>
      </dgm:t>
    </dgm:pt>
    <dgm:pt modelId="{C366D6B5-1E3F-2442-A781-9DB48A1EE7E6}" type="sibTrans" cxnId="{8F58136B-418A-A048-86C3-99EF92A763FD}">
      <dgm:prSet/>
      <dgm:spPr/>
      <dgm:t>
        <a:bodyPr/>
        <a:lstStyle/>
        <a:p>
          <a:endParaRPr lang="en-US"/>
        </a:p>
      </dgm:t>
    </dgm:pt>
    <dgm:pt modelId="{E7501694-3C60-A642-8F10-3842CC85617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/>
            <a:t>Generalization Concerns:</a:t>
          </a:r>
          <a:endParaRPr lang="en-US"/>
        </a:p>
      </dgm:t>
    </dgm:pt>
    <dgm:pt modelId="{12C2E58A-9E3E-CA43-80E7-B44AE88E9F02}" type="parTrans" cxnId="{F3779569-3C39-5A45-86DD-7FDA97B8F9FB}">
      <dgm:prSet/>
      <dgm:spPr/>
      <dgm:t>
        <a:bodyPr/>
        <a:lstStyle/>
        <a:p>
          <a:endParaRPr lang="en-US"/>
        </a:p>
      </dgm:t>
    </dgm:pt>
    <dgm:pt modelId="{C45D7F63-BC90-A14C-B2FE-D456D36E82DA}" type="sibTrans" cxnId="{F3779569-3C39-5A45-86DD-7FDA97B8F9FB}">
      <dgm:prSet/>
      <dgm:spPr/>
      <dgm:t>
        <a:bodyPr/>
        <a:lstStyle/>
        <a:p>
          <a:endParaRPr lang="en-US"/>
        </a:p>
      </dgm:t>
    </dgm:pt>
    <dgm:pt modelId="{21275979-11F1-5F49-86C2-E5C39B4EC93D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/>
            <a:t>Cross-scene performance unknown</a:t>
          </a:r>
        </a:p>
      </dgm:t>
    </dgm:pt>
    <dgm:pt modelId="{C22C5A25-8969-084E-ADEA-1851F7D2B74F}" type="parTrans" cxnId="{B614C67B-96B7-404D-B4A1-6A48F9C83943}">
      <dgm:prSet/>
      <dgm:spPr/>
      <dgm:t>
        <a:bodyPr/>
        <a:lstStyle/>
        <a:p>
          <a:endParaRPr lang="en-US"/>
        </a:p>
      </dgm:t>
    </dgm:pt>
    <dgm:pt modelId="{FE76DFC8-9124-AD4E-99F1-274804731DA8}" type="sibTrans" cxnId="{B614C67B-96B7-404D-B4A1-6A48F9C83943}">
      <dgm:prSet/>
      <dgm:spPr/>
      <dgm:t>
        <a:bodyPr/>
        <a:lstStyle/>
        <a:p>
          <a:endParaRPr lang="en-US"/>
        </a:p>
      </dgm:t>
    </dgm:pt>
    <dgm:pt modelId="{A00743DD-8B05-F74B-BB73-F8C5AB7371E3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dirty="0"/>
            <a:t>Different road types not tested</a:t>
          </a:r>
        </a:p>
      </dgm:t>
    </dgm:pt>
    <dgm:pt modelId="{5B11E3B6-8083-624C-8814-77605D704160}" type="parTrans" cxnId="{08F19519-B002-6F42-B869-8F457FB66785}">
      <dgm:prSet/>
      <dgm:spPr/>
      <dgm:t>
        <a:bodyPr/>
        <a:lstStyle/>
        <a:p>
          <a:endParaRPr lang="en-US"/>
        </a:p>
      </dgm:t>
    </dgm:pt>
    <dgm:pt modelId="{F49E5D5C-A26B-D147-9FC6-9E5F20DF9F92}" type="sibTrans" cxnId="{08F19519-B002-6F42-B869-8F457FB66785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27BF605-FDBC-EC4E-AE80-CE0D9F40AADC}" type="presOf" srcId="{E7501694-3C60-A642-8F10-3842CC856174}" destId="{389FED8C-1943-494A-9799-D4EEB7F43B23}" srcOrd="0" destOrd="8" presId="urn:microsoft.com/office/officeart/2005/8/layout/list1"/>
    <dgm:cxn modelId="{598AC70B-F0A9-C741-A2A0-586BFA944D32}" srcId="{A47A003B-F1A4-438C-8016-9E15B9093622}" destId="{93705E1E-3B5E-BF4F-8D40-F8DE0FE05AB5}" srcOrd="2" destOrd="0" parTransId="{A8B46ED9-4614-7C4F-889C-648503156532}" sibTransId="{8C8044BE-445E-DC4E-BF82-8BBA1FFE8A52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CA7ADA17-FEB6-3A47-801D-CEC68EF27E0C}" srcId="{0AFC84E5-FF25-4444-88F0-0F2E0D1EB35F}" destId="{B803F891-57F8-3242-B5EB-1FE220508CC1}" srcOrd="1" destOrd="0" parTransId="{05BC2215-B122-5247-A8EF-9B7656E7A013}" sibTransId="{88632E3D-C18B-EE44-8451-B70C649BDFE6}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08F19519-B002-6F42-B869-8F457FB66785}" srcId="{E7501694-3C60-A642-8F10-3842CC856174}" destId="{A00743DD-8B05-F74B-BB73-F8C5AB7371E3}" srcOrd="1" destOrd="0" parTransId="{5B11E3B6-8083-624C-8814-77605D704160}" sibTransId="{F49E5D5C-A26B-D147-9FC6-9E5F20DF9F92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BC9CB232-91C3-F645-A059-3180BEB2775E}" type="presOf" srcId="{B803F891-57F8-3242-B5EB-1FE220508CC1}" destId="{389FED8C-1943-494A-9799-D4EEB7F43B23}" srcOrd="0" destOrd="6" presId="urn:microsoft.com/office/officeart/2005/8/layout/list1"/>
    <dgm:cxn modelId="{E442B640-DB88-E042-AFBB-CF0CFF3981D5}" type="presOf" srcId="{A00743DD-8B05-F74B-BB73-F8C5AB7371E3}" destId="{389FED8C-1943-494A-9799-D4EEB7F43B23}" srcOrd="0" destOrd="10" presId="urn:microsoft.com/office/officeart/2005/8/layout/list1"/>
    <dgm:cxn modelId="{2E46465E-9385-F84B-9C4A-595E42057F28}" srcId="{A47A003B-F1A4-438C-8016-9E15B9093622}" destId="{CF2B4AB8-8B52-E445-8BA3-B871F1F10A9D}" srcOrd="0" destOrd="0" parTransId="{74B1646C-DCDC-4240-A453-EBA7E8701F99}" sibTransId="{85261BE2-83FE-3142-BEB3-390D942A4543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F3779569-3C39-5A45-86DD-7FDA97B8F9FB}" srcId="{162F9166-4AE9-4DA2-B0AE-433BA3FE6DB7}" destId="{E7501694-3C60-A642-8F10-3842CC856174}" srcOrd="2" destOrd="0" parTransId="{12C2E58A-9E3E-CA43-80E7-B44AE88E9F02}" sibTransId="{C45D7F63-BC90-A14C-B2FE-D456D36E82DA}"/>
    <dgm:cxn modelId="{8F58136B-418A-A048-86C3-99EF92A763FD}" srcId="{0AFC84E5-FF25-4444-88F0-0F2E0D1EB35F}" destId="{6E38DD80-A687-CA4B-B5E9-587E4A5ED107}" srcOrd="2" destOrd="0" parTransId="{8230AAD8-DB98-E747-A33C-E1C3588FA830}" sibTransId="{C366D6B5-1E3F-2442-A781-9DB48A1EE7E6}"/>
    <dgm:cxn modelId="{B614C67B-96B7-404D-B4A1-6A48F9C83943}" srcId="{E7501694-3C60-A642-8F10-3842CC856174}" destId="{21275979-11F1-5F49-86C2-E5C39B4EC93D}" srcOrd="0" destOrd="0" parTransId="{C22C5A25-8969-084E-ADEA-1851F7D2B74F}" sibTransId="{FE76DFC8-9124-AD4E-99F1-274804731DA8}"/>
    <dgm:cxn modelId="{313CA599-B1FE-1744-9215-ACA52531FD70}" srcId="{162F9166-4AE9-4DA2-B0AE-433BA3FE6DB7}" destId="{0AFC84E5-FF25-4444-88F0-0F2E0D1EB35F}" srcOrd="1" destOrd="0" parTransId="{D18E310A-CFA1-9B4B-B722-14CBF941E765}" sibTransId="{20F5E7E2-2005-CA4A-AD0D-FCD99F71FE34}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B2F759A6-0121-564A-B5E0-DA7622CB6502}" type="presOf" srcId="{6E38DD80-A687-CA4B-B5E9-587E4A5ED107}" destId="{389FED8C-1943-494A-9799-D4EEB7F43B23}" srcOrd="0" destOrd="7" presId="urn:microsoft.com/office/officeart/2005/8/layout/list1"/>
    <dgm:cxn modelId="{6FDDBEB8-990C-9246-ABE4-55314800E356}" srcId="{A47A003B-F1A4-438C-8016-9E15B9093622}" destId="{E147B974-8CE0-2147-A52A-7DE1C48730B8}" srcOrd="1" destOrd="0" parTransId="{B927A82D-86F2-A748-B862-986C7F10D8B3}" sibTransId="{FBA206F4-1857-4540-9BE9-3D284D139B2C}"/>
    <dgm:cxn modelId="{F198D2C4-62A8-6945-824B-14268B75C9F3}" type="presOf" srcId="{CF2B4AB8-8B52-E445-8BA3-B871F1F10A9D}" destId="{389FED8C-1943-494A-9799-D4EEB7F43B23}" srcOrd="0" destOrd="1" presId="urn:microsoft.com/office/officeart/2005/8/layout/list1"/>
    <dgm:cxn modelId="{66D69EC7-7CCA-234A-BE1A-2538D5099BCD}" type="presOf" srcId="{17474976-B414-BD49-9E60-E0CCDB9F5EE5}" destId="{389FED8C-1943-494A-9799-D4EEB7F43B23}" srcOrd="0" destOrd="5" presId="urn:microsoft.com/office/officeart/2005/8/layout/list1"/>
    <dgm:cxn modelId="{AA42B1CA-367D-1049-946A-6B6026AAD648}" type="presOf" srcId="{93705E1E-3B5E-BF4F-8D40-F8DE0FE05AB5}" destId="{389FED8C-1943-494A-9799-D4EEB7F43B23}" srcOrd="0" destOrd="3" presId="urn:microsoft.com/office/officeart/2005/8/layout/list1"/>
    <dgm:cxn modelId="{BBC060CB-5818-6947-BCA2-C4B203497BF9}" type="presOf" srcId="{21275979-11F1-5F49-86C2-E5C39B4EC93D}" destId="{389FED8C-1943-494A-9799-D4EEB7F43B23}" srcOrd="0" destOrd="9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7FE0D4E5-7481-9B4D-A167-1FB7C7CEE0AF}" type="presOf" srcId="{0AFC84E5-FF25-4444-88F0-0F2E0D1EB35F}" destId="{389FED8C-1943-494A-9799-D4EEB7F43B23}" srcOrd="0" destOrd="4" presId="urn:microsoft.com/office/officeart/2005/8/layout/list1"/>
    <dgm:cxn modelId="{8517F4E5-EEDE-AA4B-9AB7-3F7704B20EF2}" srcId="{0AFC84E5-FF25-4444-88F0-0F2E0D1EB35F}" destId="{17474976-B414-BD49-9E60-E0CCDB9F5EE5}" srcOrd="0" destOrd="0" parTransId="{DE9984AB-79DD-BA44-B087-B4463446E0FF}" sibTransId="{DE446A89-B647-534C-9E52-89593A41706F}"/>
    <dgm:cxn modelId="{F5E375F9-0193-9B49-8866-D9CC63649EC4}" type="presOf" srcId="{E147B974-8CE0-2147-A52A-7DE1C48730B8}" destId="{389FED8C-1943-494A-9799-D4EEB7F43B23}" srcOrd="0" destOrd="2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dirty="0"/>
            <a:t>Conclusions</a:t>
          </a:r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/>
            <a:t>Key Contributions: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5E696F24-AE73-5D4D-A394-B643D69DCF1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/>
            <a:t>Pipeline Development:</a:t>
          </a:r>
          <a:r>
            <a:rPr lang="en-US"/>
            <a:t> End-to-end system with lighting-aware preprocessing and bbox-safe augmentation</a:t>
          </a:r>
        </a:p>
      </dgm:t>
    </dgm:pt>
    <dgm:pt modelId="{4BF3FAA5-0518-2E4E-8F0B-F8AC40F7926C}" type="parTrans" cxnId="{60659A08-5BA8-D544-8CA3-0D89DBFFF59B}">
      <dgm:prSet/>
      <dgm:spPr/>
      <dgm:t>
        <a:bodyPr/>
        <a:lstStyle/>
        <a:p>
          <a:endParaRPr lang="en-US"/>
        </a:p>
      </dgm:t>
    </dgm:pt>
    <dgm:pt modelId="{BDFB4274-8A26-3246-B39E-89A566EE1778}" type="sibTrans" cxnId="{60659A08-5BA8-D544-8CA3-0D89DBFFF59B}">
      <dgm:prSet/>
      <dgm:spPr/>
      <dgm:t>
        <a:bodyPr/>
        <a:lstStyle/>
        <a:p>
          <a:endParaRPr lang="en-US"/>
        </a:p>
      </dgm:t>
    </dgm:pt>
    <dgm:pt modelId="{3DE6F084-00D4-814A-B9CF-85B28058515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/>
            <a:t>Model Selection:</a:t>
          </a:r>
          <a:r>
            <a:rPr lang="en-US"/>
            <a:t> Systematic comparison identifies SSD300-VGG16 as optimal for this task</a:t>
          </a:r>
        </a:p>
      </dgm:t>
    </dgm:pt>
    <dgm:pt modelId="{B6F06548-0D7B-6744-A73B-D46D58ADF907}" type="parTrans" cxnId="{DCAE098F-43CB-1044-A302-50299FA3D8F2}">
      <dgm:prSet/>
      <dgm:spPr/>
      <dgm:t>
        <a:bodyPr/>
        <a:lstStyle/>
        <a:p>
          <a:endParaRPr lang="en-US"/>
        </a:p>
      </dgm:t>
    </dgm:pt>
    <dgm:pt modelId="{A4E6ABD9-9538-C24B-B895-36D01A677B2A}" type="sibTrans" cxnId="{DCAE098F-43CB-1044-A302-50299FA3D8F2}">
      <dgm:prSet/>
      <dgm:spPr/>
      <dgm:t>
        <a:bodyPr/>
        <a:lstStyle/>
        <a:p>
          <a:endParaRPr lang="en-US"/>
        </a:p>
      </dgm:t>
    </dgm:pt>
    <dgm:pt modelId="{83F764C0-9DB4-7441-AAA5-8F425A96930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/>
            <a:t>Optimization:</a:t>
          </a:r>
          <a:r>
            <a:rPr lang="en-US"/>
            <a:t> Conservative hyperparameter regime achieves </a:t>
          </a:r>
          <a:r>
            <a:rPr lang="en-US" b="1"/>
            <a:t>97.0% mAP</a:t>
          </a:r>
          <a:r>
            <a:rPr lang="en-US"/>
            <a:t> with high precision</a:t>
          </a:r>
        </a:p>
      </dgm:t>
    </dgm:pt>
    <dgm:pt modelId="{0E1FE9BD-6005-3B45-810C-0064C35A3E24}" type="parTrans" cxnId="{1C061112-07D8-8F47-A50C-A3EC615256CE}">
      <dgm:prSet/>
      <dgm:spPr/>
      <dgm:t>
        <a:bodyPr/>
        <a:lstStyle/>
        <a:p>
          <a:endParaRPr lang="en-US"/>
        </a:p>
      </dgm:t>
    </dgm:pt>
    <dgm:pt modelId="{99F31171-15D9-D641-8A31-7551A6BE7402}" type="sibTrans" cxnId="{1C061112-07D8-8F47-A50C-A3EC615256CE}">
      <dgm:prSet/>
      <dgm:spPr/>
      <dgm:t>
        <a:bodyPr/>
        <a:lstStyle/>
        <a:p>
          <a:endParaRPr lang="en-US"/>
        </a:p>
      </dgm:t>
    </dgm:pt>
    <dgm:pt modelId="{D6EE9E0C-CA95-0E45-B284-54E22F825A6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dirty="0"/>
            <a:t>Analysis:</a:t>
          </a:r>
          <a:r>
            <a:rPr lang="en-US" dirty="0"/>
            <a:t> Identified specific failure modes (night glare, reflective markings, small targets)</a:t>
          </a:r>
        </a:p>
      </dgm:t>
    </dgm:pt>
    <dgm:pt modelId="{FC88B6DD-21C8-074A-9195-FF15BBD6E5E1}" type="parTrans" cxnId="{5D05D03E-5A4B-154B-B85D-000E984B9F43}">
      <dgm:prSet/>
      <dgm:spPr/>
      <dgm:t>
        <a:bodyPr/>
        <a:lstStyle/>
        <a:p>
          <a:endParaRPr lang="en-US"/>
        </a:p>
      </dgm:t>
    </dgm:pt>
    <dgm:pt modelId="{7882A660-8C4A-6F4E-B242-4AEB131CAFCD}" type="sibTrans" cxnId="{5D05D03E-5A4B-154B-B85D-000E984B9F43}">
      <dgm:prSet/>
      <dgm:spPr/>
      <dgm:t>
        <a:bodyPr/>
        <a:lstStyle/>
        <a:p>
          <a:endParaRPr lang="en-US"/>
        </a:p>
      </dgm:t>
    </dgm:pt>
    <dgm:pt modelId="{BBAFA2E0-0D06-7F48-AE6B-25EEE56783A2}">
      <dgm:prSet/>
      <dgm:spPr/>
      <dgm:t>
        <a:bodyPr/>
        <a:lstStyle/>
        <a:p>
          <a:pPr>
            <a:buNone/>
          </a:pPr>
          <a:r>
            <a:rPr lang="en-US" b="1" dirty="0"/>
            <a:t>Final Recommendation:</a:t>
          </a:r>
          <a:r>
            <a:rPr lang="en-US" dirty="0"/>
            <a:t> SSD300-VGG16 (config_1_conservative) for pothole/speed breaker detection</a:t>
          </a:r>
        </a:p>
      </dgm:t>
    </dgm:pt>
    <dgm:pt modelId="{0DB1EB56-77D2-4146-8CDF-38A1962351BA}" type="parTrans" cxnId="{BDBE58D6-FCDD-1345-8856-864CF471C497}">
      <dgm:prSet/>
      <dgm:spPr/>
      <dgm:t>
        <a:bodyPr/>
        <a:lstStyle/>
        <a:p>
          <a:endParaRPr lang="en-US"/>
        </a:p>
      </dgm:t>
    </dgm:pt>
    <dgm:pt modelId="{C6FF6617-6752-604B-8350-7437A740A4E8}" type="sibTrans" cxnId="{BDBE58D6-FCDD-1345-8856-864CF471C497}">
      <dgm:prSet/>
      <dgm:spPr/>
      <dgm:t>
        <a:bodyPr/>
        <a:lstStyle/>
        <a:p>
          <a:endParaRPr lang="en-US"/>
        </a:p>
      </dgm:t>
    </dgm:pt>
    <dgm:pt modelId="{D4D0132E-D3DC-484B-8F98-D45C1CA5D578}">
      <dgm:prSet/>
      <dgm:spPr/>
      <dgm:t>
        <a:bodyPr/>
        <a:lstStyle/>
        <a:p>
          <a:pPr>
            <a:buFont typeface="+mj-lt"/>
            <a:buAutoNum type="arabicPeriod"/>
          </a:pPr>
          <a:endParaRPr lang="en-US" dirty="0"/>
        </a:p>
      </dgm:t>
    </dgm:pt>
    <dgm:pt modelId="{7088977B-42D2-5349-8D13-58A2D85BE846}" type="parTrans" cxnId="{D3E8C201-A16C-E841-BD20-957C5A548E20}">
      <dgm:prSet/>
      <dgm:spPr/>
    </dgm:pt>
    <dgm:pt modelId="{B2FFEF7A-5BB9-3442-BCB3-E65F9A67339D}" type="sibTrans" cxnId="{D3E8C201-A16C-E841-BD20-957C5A548E20}">
      <dgm:prSet/>
      <dgm:spPr/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3E8C201-A16C-E841-BD20-957C5A548E20}" srcId="{A47A003B-F1A4-438C-8016-9E15B9093622}" destId="{D4D0132E-D3DC-484B-8F98-D45C1CA5D578}" srcOrd="4" destOrd="0" parTransId="{7088977B-42D2-5349-8D13-58A2D85BE846}" sibTransId="{B2FFEF7A-5BB9-3442-BCB3-E65F9A67339D}"/>
    <dgm:cxn modelId="{60659A08-5BA8-D544-8CA3-0D89DBFFF59B}" srcId="{A47A003B-F1A4-438C-8016-9E15B9093622}" destId="{5E696F24-AE73-5D4D-A394-B643D69DCF1F}" srcOrd="0" destOrd="0" parTransId="{4BF3FAA5-0518-2E4E-8F0B-F8AC40F7926C}" sibTransId="{BDFB4274-8A26-3246-B39E-89A566EE1778}"/>
    <dgm:cxn modelId="{1C061112-07D8-8F47-A50C-A3EC615256CE}" srcId="{A47A003B-F1A4-438C-8016-9E15B9093622}" destId="{83F764C0-9DB4-7441-AAA5-8F425A969305}" srcOrd="2" destOrd="0" parTransId="{0E1FE9BD-6005-3B45-810C-0064C35A3E24}" sibTransId="{99F31171-15D9-D641-8A31-7551A6BE7402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B8DBBC2B-AABC-4E49-9F2C-11F14F1B24C5}" type="presOf" srcId="{3DE6F084-00D4-814A-B9CF-85B280585150}" destId="{389FED8C-1943-494A-9799-D4EEB7F43B23}" srcOrd="0" destOrd="2" presId="urn:microsoft.com/office/officeart/2005/8/layout/list1"/>
    <dgm:cxn modelId="{5D05D03E-5A4B-154B-B85D-000E984B9F43}" srcId="{A47A003B-F1A4-438C-8016-9E15B9093622}" destId="{D6EE9E0C-CA95-0E45-B284-54E22F825A63}" srcOrd="3" destOrd="0" parTransId="{FC88B6DD-21C8-074A-9195-FF15BBD6E5E1}" sibTransId="{7882A660-8C4A-6F4E-B242-4AEB131CAFCD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3D87A684-6533-3E4D-B0B0-36CC47471248}" type="presOf" srcId="{5E696F24-AE73-5D4D-A394-B643D69DCF1F}" destId="{389FED8C-1943-494A-9799-D4EEB7F43B23}" srcOrd="0" destOrd="1" presId="urn:microsoft.com/office/officeart/2005/8/layout/list1"/>
    <dgm:cxn modelId="{4D556A85-6667-D949-B1A2-D5ACFBE56246}" srcId="{162F9166-4AE9-4DA2-B0AE-433BA3FE6DB7}" destId="{4D645EC5-4017-DE4F-9191-52F600E6663F}" srcOrd="2" destOrd="0" parTransId="{E3B8C0B3-86EE-5049-A820-06C375590168}" sibTransId="{A08AAD71-CC0D-0445-A3C1-76782265F5AA}"/>
    <dgm:cxn modelId="{DCAE098F-43CB-1044-A302-50299FA3D8F2}" srcId="{A47A003B-F1A4-438C-8016-9E15B9093622}" destId="{3DE6F084-00D4-814A-B9CF-85B280585150}" srcOrd="1" destOrd="0" parTransId="{B6F06548-0D7B-6744-A73B-D46D58ADF907}" sibTransId="{A4E6ABD9-9538-C24B-B895-36D01A677B2A}"/>
    <dgm:cxn modelId="{13ECB093-9912-FB44-A9CA-FC13B9B713B4}" type="presOf" srcId="{4D645EC5-4017-DE4F-9191-52F600E6663F}" destId="{389FED8C-1943-494A-9799-D4EEB7F43B23}" srcOrd="0" destOrd="7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59202EA2-C48D-8847-BD08-ED112B5DAD5B}" type="presOf" srcId="{D4D0132E-D3DC-484B-8F98-D45C1CA5D578}" destId="{389FED8C-1943-494A-9799-D4EEB7F43B23}" srcOrd="0" destOrd="5" presId="urn:microsoft.com/office/officeart/2005/8/layout/list1"/>
    <dgm:cxn modelId="{AC6C89A7-D8C3-984C-8C8C-F8EA010EDE73}" type="presOf" srcId="{83F764C0-9DB4-7441-AAA5-8F425A969305}" destId="{389FED8C-1943-494A-9799-D4EEB7F43B23}" srcOrd="0" destOrd="3" presId="urn:microsoft.com/office/officeart/2005/8/layout/list1"/>
    <dgm:cxn modelId="{E5F949C2-4A3A-DB42-B785-145D1E979496}" type="presOf" srcId="{BBAFA2E0-0D06-7F48-AE6B-25EEE56783A2}" destId="{389FED8C-1943-494A-9799-D4EEB7F43B23}" srcOrd="0" destOrd="6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E0C129D1-3547-304E-A74A-DA72C5BA942C}" type="presOf" srcId="{D6EE9E0C-CA95-0E45-B284-54E22F825A63}" destId="{389FED8C-1943-494A-9799-D4EEB7F43B23}" srcOrd="0" destOrd="4" presId="urn:microsoft.com/office/officeart/2005/8/layout/list1"/>
    <dgm:cxn modelId="{BDBE58D6-FCDD-1345-8856-864CF471C497}" srcId="{162F9166-4AE9-4DA2-B0AE-433BA3FE6DB7}" destId="{BBAFA2E0-0D06-7F48-AE6B-25EEE56783A2}" srcOrd="1" destOrd="0" parTransId="{0DB1EB56-77D2-4146-8CDF-38A1962351BA}" sibTransId="{C6FF6617-6752-604B-8350-7437A740A4E8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b="1" dirty="0"/>
            <a:t>Future Work</a:t>
          </a:r>
          <a:endParaRPr lang="en-US" dirty="0"/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 b="1"/>
            <a:t>Short-term: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E3D22891-C83A-6E43-BA65-24ACDD5177B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Expand dataset with diverse locations, road types, marked speed breakers</a:t>
          </a:r>
        </a:p>
      </dgm:t>
    </dgm:pt>
    <dgm:pt modelId="{0D3B41F6-BEAF-B246-9A53-2C3D7C52033D}" type="parTrans" cxnId="{BFE589B4-5314-2A43-AE9C-656124BBE31B}">
      <dgm:prSet/>
      <dgm:spPr/>
      <dgm:t>
        <a:bodyPr/>
        <a:lstStyle/>
        <a:p>
          <a:endParaRPr lang="en-US"/>
        </a:p>
      </dgm:t>
    </dgm:pt>
    <dgm:pt modelId="{5AE70C91-06A6-124C-8EA4-52954DF7345E}" type="sibTrans" cxnId="{BFE589B4-5314-2A43-AE9C-656124BBE31B}">
      <dgm:prSet/>
      <dgm:spPr/>
      <dgm:t>
        <a:bodyPr/>
        <a:lstStyle/>
        <a:p>
          <a:endParaRPr lang="en-US"/>
        </a:p>
      </dgm:t>
    </dgm:pt>
    <dgm:pt modelId="{066A3A83-FE51-8746-9AF1-829870460FFB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Test-set validation and deployment profiling</a:t>
          </a:r>
        </a:p>
      </dgm:t>
    </dgm:pt>
    <dgm:pt modelId="{77163023-A9F5-754C-8FA3-21E6964A30A9}" type="parTrans" cxnId="{BDA09223-4148-1345-A784-9C98447AD71D}">
      <dgm:prSet/>
      <dgm:spPr/>
      <dgm:t>
        <a:bodyPr/>
        <a:lstStyle/>
        <a:p>
          <a:endParaRPr lang="en-US"/>
        </a:p>
      </dgm:t>
    </dgm:pt>
    <dgm:pt modelId="{482DBE9E-3EA8-894C-8112-DF6CA011CD9A}" type="sibTrans" cxnId="{BDA09223-4148-1345-A784-9C98447AD71D}">
      <dgm:prSet/>
      <dgm:spPr/>
      <dgm:t>
        <a:bodyPr/>
        <a:lstStyle/>
        <a:p>
          <a:endParaRPr lang="en-US"/>
        </a:p>
      </dgm:t>
    </dgm:pt>
    <dgm:pt modelId="{218813DB-A398-0840-A08E-C33EC518CA6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Domain adaptation for cross-region generalization</a:t>
          </a:r>
        </a:p>
      </dgm:t>
    </dgm:pt>
    <dgm:pt modelId="{E3D1C1C8-8843-0040-ACAC-73C6E9514BAA}" type="parTrans" cxnId="{A9E14E6D-2B35-8D44-88CF-17A5EE00F7F0}">
      <dgm:prSet/>
      <dgm:spPr/>
      <dgm:t>
        <a:bodyPr/>
        <a:lstStyle/>
        <a:p>
          <a:endParaRPr lang="en-US"/>
        </a:p>
      </dgm:t>
    </dgm:pt>
    <dgm:pt modelId="{62C3D7D3-863C-704F-AE4C-07B3C15740A8}" type="sibTrans" cxnId="{A9E14E6D-2B35-8D44-88CF-17A5EE00F7F0}">
      <dgm:prSet/>
      <dgm:spPr/>
      <dgm:t>
        <a:bodyPr/>
        <a:lstStyle/>
        <a:p>
          <a:endParaRPr lang="en-US"/>
        </a:p>
      </dgm:t>
    </dgm:pt>
    <dgm:pt modelId="{9B61D4E0-6DA0-544A-ABFE-E47C50DC2289}">
      <dgm:prSet/>
      <dgm:spPr/>
      <dgm:t>
        <a:bodyPr/>
        <a:lstStyle/>
        <a:p>
          <a:pPr>
            <a:buNone/>
          </a:pPr>
          <a:r>
            <a:rPr lang="en-US" b="1"/>
            <a:t>Medium-term:</a:t>
          </a:r>
          <a:endParaRPr lang="en-US"/>
        </a:p>
      </dgm:t>
    </dgm:pt>
    <dgm:pt modelId="{67E4E2AC-6EB5-D349-BDC1-F0D9F2CE4208}" type="parTrans" cxnId="{0D30440D-861E-714C-BBF6-C6BB924FD4EA}">
      <dgm:prSet/>
      <dgm:spPr/>
      <dgm:t>
        <a:bodyPr/>
        <a:lstStyle/>
        <a:p>
          <a:endParaRPr lang="en-US"/>
        </a:p>
      </dgm:t>
    </dgm:pt>
    <dgm:pt modelId="{F225C522-8307-B54D-A9F0-01EDF908E5B7}" type="sibTrans" cxnId="{0D30440D-861E-714C-BBF6-C6BB924FD4EA}">
      <dgm:prSet/>
      <dgm:spPr/>
      <dgm:t>
        <a:bodyPr/>
        <a:lstStyle/>
        <a:p>
          <a:endParaRPr lang="en-US"/>
        </a:p>
      </dgm:t>
    </dgm:pt>
    <dgm:pt modelId="{6DE57218-27BC-E74F-B13F-D2D159439D5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Model optimization: pruning, quantization, TensorRT/ONNX conversion</a:t>
          </a:r>
        </a:p>
      </dgm:t>
    </dgm:pt>
    <dgm:pt modelId="{A8D60CD3-79A5-4B4B-9F11-48DFA4C2C951}" type="parTrans" cxnId="{F8748BA9-6BB5-084A-BBBE-103D9E202D70}">
      <dgm:prSet/>
      <dgm:spPr/>
      <dgm:t>
        <a:bodyPr/>
        <a:lstStyle/>
        <a:p>
          <a:endParaRPr lang="en-US"/>
        </a:p>
      </dgm:t>
    </dgm:pt>
    <dgm:pt modelId="{DB9EC6A8-9EAB-724E-AAB4-08A2ED9ED5D6}" type="sibTrans" cxnId="{F8748BA9-6BB5-084A-BBBE-103D9E202D70}">
      <dgm:prSet/>
      <dgm:spPr/>
      <dgm:t>
        <a:bodyPr/>
        <a:lstStyle/>
        <a:p>
          <a:endParaRPr lang="en-US"/>
        </a:p>
      </dgm:t>
    </dgm:pt>
    <dgm:pt modelId="{AE54CA82-B554-1147-94A1-51EC001F677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Video-based detection with temporal smoothing</a:t>
          </a:r>
        </a:p>
      </dgm:t>
    </dgm:pt>
    <dgm:pt modelId="{C47852A4-CC50-A64E-8F82-858BE553BD57}" type="parTrans" cxnId="{D6DC62F5-C0E1-B342-AEFB-89FB24BEB30C}">
      <dgm:prSet/>
      <dgm:spPr/>
      <dgm:t>
        <a:bodyPr/>
        <a:lstStyle/>
        <a:p>
          <a:endParaRPr lang="en-US"/>
        </a:p>
      </dgm:t>
    </dgm:pt>
    <dgm:pt modelId="{F38E6F18-B34F-4A47-B5F9-63B409FF5D86}" type="sibTrans" cxnId="{D6DC62F5-C0E1-B342-AEFB-89FB24BEB30C}">
      <dgm:prSet/>
      <dgm:spPr/>
      <dgm:t>
        <a:bodyPr/>
        <a:lstStyle/>
        <a:p>
          <a:endParaRPr lang="en-US"/>
        </a:p>
      </dgm:t>
    </dgm:pt>
    <dgm:pt modelId="{E41E5D62-A1C1-AA41-A724-58E0E0AEBDA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Semi-supervised learning to leverage unlabeled data</a:t>
          </a:r>
        </a:p>
      </dgm:t>
    </dgm:pt>
    <dgm:pt modelId="{8B8AA78B-82A6-BF41-A5BE-AE83C699A6D2}" type="parTrans" cxnId="{F2614852-FEFA-1A4E-AC91-50DA4BF6077A}">
      <dgm:prSet/>
      <dgm:spPr/>
      <dgm:t>
        <a:bodyPr/>
        <a:lstStyle/>
        <a:p>
          <a:endParaRPr lang="en-US"/>
        </a:p>
      </dgm:t>
    </dgm:pt>
    <dgm:pt modelId="{2EEA8D5D-AA58-CB48-8133-854441F70FD7}" type="sibTrans" cxnId="{F2614852-FEFA-1A4E-AC91-50DA4BF6077A}">
      <dgm:prSet/>
      <dgm:spPr/>
      <dgm:t>
        <a:bodyPr/>
        <a:lstStyle/>
        <a:p>
          <a:endParaRPr lang="en-US"/>
        </a:p>
      </dgm:t>
    </dgm:pt>
    <dgm:pt modelId="{4144504F-BE77-6A4A-BA58-A43E68EB6904}">
      <dgm:prSet/>
      <dgm:spPr/>
      <dgm:t>
        <a:bodyPr/>
        <a:lstStyle/>
        <a:p>
          <a:pPr>
            <a:buNone/>
          </a:pPr>
          <a:r>
            <a:rPr lang="en-US" b="1"/>
            <a:t>Long-term:</a:t>
          </a:r>
          <a:endParaRPr lang="en-US"/>
        </a:p>
      </dgm:t>
    </dgm:pt>
    <dgm:pt modelId="{B71FBDA0-B31C-D64A-ABDA-292C7C54D609}" type="parTrans" cxnId="{2121D00E-B2BE-854C-ADA4-75DB0E277DED}">
      <dgm:prSet/>
      <dgm:spPr/>
      <dgm:t>
        <a:bodyPr/>
        <a:lstStyle/>
        <a:p>
          <a:endParaRPr lang="en-US"/>
        </a:p>
      </dgm:t>
    </dgm:pt>
    <dgm:pt modelId="{37DBB3C4-028E-0744-9110-94AC63F16F49}" type="sibTrans" cxnId="{2121D00E-B2BE-854C-ADA4-75DB0E277DED}">
      <dgm:prSet/>
      <dgm:spPr/>
      <dgm:t>
        <a:bodyPr/>
        <a:lstStyle/>
        <a:p>
          <a:endParaRPr lang="en-US"/>
        </a:p>
      </dgm:t>
    </dgm:pt>
    <dgm:pt modelId="{EE6F8E74-81EF-8840-9926-C0322F696E7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Real-time mobile/edge deployment</a:t>
          </a:r>
        </a:p>
      </dgm:t>
    </dgm:pt>
    <dgm:pt modelId="{042AB203-DB67-234A-967C-5DE61D480800}" type="parTrans" cxnId="{CB955149-135C-794D-9FA1-CFC46535D16B}">
      <dgm:prSet/>
      <dgm:spPr/>
      <dgm:t>
        <a:bodyPr/>
        <a:lstStyle/>
        <a:p>
          <a:endParaRPr lang="en-US"/>
        </a:p>
      </dgm:t>
    </dgm:pt>
    <dgm:pt modelId="{142D4CD4-7363-854D-90EA-DB4F1FF963E8}" type="sibTrans" cxnId="{CB955149-135C-794D-9FA1-CFC46535D16B}">
      <dgm:prSet/>
      <dgm:spPr/>
      <dgm:t>
        <a:bodyPr/>
        <a:lstStyle/>
        <a:p>
          <a:endParaRPr lang="en-US"/>
        </a:p>
      </dgm:t>
    </dgm:pt>
    <dgm:pt modelId="{4C2FCAC2-2399-D44E-A1E6-31A76A8D583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Integration with ADAS systems</a:t>
          </a:r>
        </a:p>
      </dgm:t>
    </dgm:pt>
    <dgm:pt modelId="{BDB75159-6CA0-A74B-BB6C-D6555B0D2B66}" type="parTrans" cxnId="{8CFF7157-387A-6A44-887C-994D23E0ACF1}">
      <dgm:prSet/>
      <dgm:spPr/>
      <dgm:t>
        <a:bodyPr/>
        <a:lstStyle/>
        <a:p>
          <a:endParaRPr lang="en-US"/>
        </a:p>
      </dgm:t>
    </dgm:pt>
    <dgm:pt modelId="{23C08CB1-ED72-1E41-807B-026BB2C47673}" type="sibTrans" cxnId="{8CFF7157-387A-6A44-887C-994D23E0ACF1}">
      <dgm:prSet/>
      <dgm:spPr/>
      <dgm:t>
        <a:bodyPr/>
        <a:lstStyle/>
        <a:p>
          <a:endParaRPr lang="en-US"/>
        </a:p>
      </dgm:t>
    </dgm:pt>
    <dgm:pt modelId="{A03BE55A-AE6C-B447-9400-FCEA8969B7C4}">
      <dgm:prSet/>
      <dgm:spPr/>
      <dgm:t>
        <a:bodyPr/>
        <a:lstStyle/>
        <a:p>
          <a:pPr>
            <a:buNone/>
          </a:pPr>
          <a:r>
            <a:rPr lang="en-US" dirty="0"/>
            <a:t>GPS-based road condition mapping</a:t>
          </a:r>
        </a:p>
      </dgm:t>
    </dgm:pt>
    <dgm:pt modelId="{8D7BB2F8-8E57-9A4A-ADF2-FD14B4880F70}" type="parTrans" cxnId="{AFB23391-1CEB-2E4D-91BA-B5C32252732D}">
      <dgm:prSet/>
      <dgm:spPr/>
      <dgm:t>
        <a:bodyPr/>
        <a:lstStyle/>
        <a:p>
          <a:endParaRPr lang="en-US"/>
        </a:p>
      </dgm:t>
    </dgm:pt>
    <dgm:pt modelId="{F8FCEECB-B16F-1A44-927F-1E48E81C2BF1}" type="sibTrans" cxnId="{AFB23391-1CEB-2E4D-91BA-B5C32252732D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D30440D-861E-714C-BBF6-C6BB924FD4EA}" srcId="{162F9166-4AE9-4DA2-B0AE-433BA3FE6DB7}" destId="{9B61D4E0-6DA0-544A-ABFE-E47C50DC2289}" srcOrd="1" destOrd="0" parTransId="{67E4E2AC-6EB5-D349-BDC1-F0D9F2CE4208}" sibTransId="{F225C522-8307-B54D-A9F0-01EDF908E5B7}"/>
    <dgm:cxn modelId="{2121D00E-B2BE-854C-ADA4-75DB0E277DED}" srcId="{162F9166-4AE9-4DA2-B0AE-433BA3FE6DB7}" destId="{4144504F-BE77-6A4A-BA58-A43E68EB6904}" srcOrd="2" destOrd="0" parTransId="{B71FBDA0-B31C-D64A-ABDA-292C7C54D609}" sibTransId="{37DBB3C4-028E-0744-9110-94AC63F16F49}"/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BDA09223-4148-1345-A784-9C98447AD71D}" srcId="{A47A003B-F1A4-438C-8016-9E15B9093622}" destId="{066A3A83-FE51-8746-9AF1-829870460FFB}" srcOrd="1" destOrd="0" parTransId="{77163023-A9F5-754C-8FA3-21E6964A30A9}" sibTransId="{482DBE9E-3EA8-894C-8112-DF6CA011CD9A}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30A3AF2F-CD6E-334C-A58F-9164D748EA87}" type="presOf" srcId="{4144504F-BE77-6A4A-BA58-A43E68EB6904}" destId="{389FED8C-1943-494A-9799-D4EEB7F43B23}" srcOrd="0" destOrd="8" presId="urn:microsoft.com/office/officeart/2005/8/layout/list1"/>
    <dgm:cxn modelId="{B9845634-7476-6E4F-BAA4-559D34708100}" type="presOf" srcId="{AE54CA82-B554-1147-94A1-51EC001F677C}" destId="{389FED8C-1943-494A-9799-D4EEB7F43B23}" srcOrd="0" destOrd="6" presId="urn:microsoft.com/office/officeart/2005/8/layout/list1"/>
    <dgm:cxn modelId="{E9C2453E-D1E4-164B-A437-A9408F38401D}" type="presOf" srcId="{066A3A83-FE51-8746-9AF1-829870460FFB}" destId="{389FED8C-1943-494A-9799-D4EEB7F43B23}" srcOrd="0" destOrd="2" presId="urn:microsoft.com/office/officeart/2005/8/layout/list1"/>
    <dgm:cxn modelId="{CB955149-135C-794D-9FA1-CFC46535D16B}" srcId="{4144504F-BE77-6A4A-BA58-A43E68EB6904}" destId="{EE6F8E74-81EF-8840-9926-C0322F696E75}" srcOrd="0" destOrd="0" parTransId="{042AB203-DB67-234A-967C-5DE61D480800}" sibTransId="{142D4CD4-7363-854D-90EA-DB4F1FF963E8}"/>
    <dgm:cxn modelId="{41CCC34A-3D17-9A43-95C6-79103A066CCA}" type="presOf" srcId="{A03BE55A-AE6C-B447-9400-FCEA8969B7C4}" destId="{389FED8C-1943-494A-9799-D4EEB7F43B23}" srcOrd="0" destOrd="11" presId="urn:microsoft.com/office/officeart/2005/8/layout/list1"/>
    <dgm:cxn modelId="{F2614852-FEFA-1A4E-AC91-50DA4BF6077A}" srcId="{9B61D4E0-6DA0-544A-ABFE-E47C50DC2289}" destId="{E41E5D62-A1C1-AA41-A724-58E0E0AEBDAD}" srcOrd="2" destOrd="0" parTransId="{8B8AA78B-82A6-BF41-A5BE-AE83C699A6D2}" sibTransId="{2EEA8D5D-AA58-CB48-8133-854441F70FD7}"/>
    <dgm:cxn modelId="{8CFF7157-387A-6A44-887C-994D23E0ACF1}" srcId="{4144504F-BE77-6A4A-BA58-A43E68EB6904}" destId="{4C2FCAC2-2399-D44E-A1E6-31A76A8D5839}" srcOrd="1" destOrd="0" parTransId="{BDB75159-6CA0-A74B-BB6C-D6555B0D2B66}" sibTransId="{23C08CB1-ED72-1E41-807B-026BB2C47673}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E040F76A-0955-6541-948C-670141B4BB9A}" type="presOf" srcId="{EE6F8E74-81EF-8840-9926-C0322F696E75}" destId="{389FED8C-1943-494A-9799-D4EEB7F43B23}" srcOrd="0" destOrd="9" presId="urn:microsoft.com/office/officeart/2005/8/layout/list1"/>
    <dgm:cxn modelId="{A9E14E6D-2B35-8D44-88CF-17A5EE00F7F0}" srcId="{A47A003B-F1A4-438C-8016-9E15B9093622}" destId="{218813DB-A398-0840-A08E-C33EC518CA65}" srcOrd="2" destOrd="0" parTransId="{E3D1C1C8-8843-0040-ACAC-73C6E9514BAA}" sibTransId="{62C3D7D3-863C-704F-AE4C-07B3C15740A8}"/>
    <dgm:cxn modelId="{310F6E72-7391-B542-ADCB-61A3ED36EC05}" type="presOf" srcId="{6DE57218-27BC-E74F-B13F-D2D159439D5A}" destId="{389FED8C-1943-494A-9799-D4EEB7F43B23}" srcOrd="0" destOrd="5" presId="urn:microsoft.com/office/officeart/2005/8/layout/list1"/>
    <dgm:cxn modelId="{AFB23391-1CEB-2E4D-91BA-B5C32252732D}" srcId="{162F9166-4AE9-4DA2-B0AE-433BA3FE6DB7}" destId="{A03BE55A-AE6C-B447-9400-FCEA8969B7C4}" srcOrd="3" destOrd="0" parTransId="{8D7BB2F8-8E57-9A4A-ADF2-FD14B4880F70}" sibTransId="{F8FCEECB-B16F-1A44-927F-1E48E81C2BF1}"/>
    <dgm:cxn modelId="{CA0E1297-B7CA-FA4F-AE25-3FF8C9CF35C8}" type="presOf" srcId="{E41E5D62-A1C1-AA41-A724-58E0E0AEBDAD}" destId="{389FED8C-1943-494A-9799-D4EEB7F43B23}" srcOrd="0" destOrd="7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F8748BA9-6BB5-084A-BBBE-103D9E202D70}" srcId="{9B61D4E0-6DA0-544A-ABFE-E47C50DC2289}" destId="{6DE57218-27BC-E74F-B13F-D2D159439D5A}" srcOrd="0" destOrd="0" parTransId="{A8D60CD3-79A5-4B4B-9F11-48DFA4C2C951}" sibTransId="{DB9EC6A8-9EAB-724E-AAB4-08A2ED9ED5D6}"/>
    <dgm:cxn modelId="{6B82E2B1-3FF5-5F49-B8B2-CBBF1AA1A135}" type="presOf" srcId="{9B61D4E0-6DA0-544A-ABFE-E47C50DC2289}" destId="{389FED8C-1943-494A-9799-D4EEB7F43B23}" srcOrd="0" destOrd="4" presId="urn:microsoft.com/office/officeart/2005/8/layout/list1"/>
    <dgm:cxn modelId="{BFE589B4-5314-2A43-AE9C-656124BBE31B}" srcId="{A47A003B-F1A4-438C-8016-9E15B9093622}" destId="{E3D22891-C83A-6E43-BA65-24ACDD5177B1}" srcOrd="0" destOrd="0" parTransId="{0D3B41F6-BEAF-B246-9A53-2C3D7C52033D}" sibTransId="{5AE70C91-06A6-124C-8EA4-52954DF7345E}"/>
    <dgm:cxn modelId="{956212B8-D7CE-8448-8271-9862721363A5}" type="presOf" srcId="{4C2FCAC2-2399-D44E-A1E6-31A76A8D5839}" destId="{389FED8C-1943-494A-9799-D4EEB7F43B23}" srcOrd="0" destOrd="10" presId="urn:microsoft.com/office/officeart/2005/8/layout/list1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32B63EDC-7224-5748-9FDA-A096208616C9}" type="presOf" srcId="{E3D22891-C83A-6E43-BA65-24ACDD5177B1}" destId="{389FED8C-1943-494A-9799-D4EEB7F43B23}" srcOrd="0" destOrd="1" presId="urn:microsoft.com/office/officeart/2005/8/layout/list1"/>
    <dgm:cxn modelId="{D6DC62F5-C0E1-B342-AEFB-89FB24BEB30C}" srcId="{9B61D4E0-6DA0-544A-ABFE-E47C50DC2289}" destId="{AE54CA82-B554-1147-94A1-51EC001F677C}" srcOrd="1" destOrd="0" parTransId="{C47852A4-CC50-A64E-8F82-858BE553BD57}" sibTransId="{F38E6F18-B34F-4A47-B5F9-63B409FF5D86}"/>
    <dgm:cxn modelId="{EA6EE4F6-B6EA-124C-8B19-46E3BAB6FA5C}" type="presOf" srcId="{218813DB-A398-0840-A08E-C33EC518CA65}" destId="{389FED8C-1943-494A-9799-D4EEB7F43B23}" srcOrd="0" destOrd="3" presId="urn:microsoft.com/office/officeart/2005/8/layout/list1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3573B53-AD64-4E32-AACD-42BC1A88D73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2F9166-4AE9-4DA2-B0AE-433BA3FE6DB7}">
      <dgm:prSet/>
      <dgm:spPr/>
      <dgm:t>
        <a:bodyPr/>
        <a:lstStyle/>
        <a:p>
          <a:r>
            <a:rPr lang="en-US" b="1" dirty="0"/>
            <a:t>Key Takeaways</a:t>
          </a:r>
          <a:endParaRPr lang="en-US" dirty="0"/>
        </a:p>
      </dgm:t>
    </dgm:pt>
    <dgm:pt modelId="{3AA86EF5-20AF-4126-9124-4C2E2CE175E9}" type="parTrans" cxnId="{F0AFD066-665B-49F4-BDD4-F7BA6F8D95ED}">
      <dgm:prSet/>
      <dgm:spPr/>
      <dgm:t>
        <a:bodyPr/>
        <a:lstStyle/>
        <a:p>
          <a:endParaRPr lang="en-US"/>
        </a:p>
      </dgm:t>
    </dgm:pt>
    <dgm:pt modelId="{05209854-4D97-41FB-B9BE-D9BF73DEB0B8}" type="sibTrans" cxnId="{F0AFD066-665B-49F4-BDD4-F7BA6F8D95ED}">
      <dgm:prSet/>
      <dgm:spPr/>
      <dgm:t>
        <a:bodyPr/>
        <a:lstStyle/>
        <a:p>
          <a:endParaRPr lang="en-US"/>
        </a:p>
      </dgm:t>
    </dgm:pt>
    <dgm:pt modelId="{A47A003B-F1A4-438C-8016-9E15B9093622}">
      <dgm:prSet/>
      <dgm:spPr/>
      <dgm:t>
        <a:bodyPr/>
        <a:lstStyle/>
        <a:p>
          <a:pPr>
            <a:buNone/>
          </a:pPr>
          <a:r>
            <a:rPr lang="en-US"/>
            <a:t>✓ Problem: 4,400+ annual accidents from road anomalies in India</a:t>
          </a:r>
          <a:endParaRPr lang="en-US" dirty="0"/>
        </a:p>
      </dgm:t>
    </dgm:pt>
    <dgm:pt modelId="{99DC130E-21BA-4CF8-8629-EE1AD3C6D45E}" type="parTrans" cxnId="{1984F228-8F23-42F8-9CB5-1BB092B78E62}">
      <dgm:prSet/>
      <dgm:spPr/>
      <dgm:t>
        <a:bodyPr/>
        <a:lstStyle/>
        <a:p>
          <a:endParaRPr lang="en-US"/>
        </a:p>
      </dgm:t>
    </dgm:pt>
    <dgm:pt modelId="{32DEAC14-BCA4-439E-8DD1-DF373595F979}" type="sibTrans" cxnId="{1984F228-8F23-42F8-9CB5-1BB092B78E62}">
      <dgm:prSet/>
      <dgm:spPr/>
      <dgm:t>
        <a:bodyPr/>
        <a:lstStyle/>
        <a:p>
          <a:endParaRPr lang="en-US"/>
        </a:p>
      </dgm:t>
    </dgm:pt>
    <dgm:pt modelId="{4D645EC5-4017-DE4F-9191-52F600E6663F}">
      <dgm:prSet/>
      <dgm:spPr/>
      <dgm:t>
        <a:bodyPr/>
        <a:lstStyle/>
        <a:p>
          <a:endParaRPr lang="en-US" dirty="0"/>
        </a:p>
      </dgm:t>
    </dgm:pt>
    <dgm:pt modelId="{E3B8C0B3-86EE-5049-A820-06C375590168}" type="parTrans" cxnId="{4D556A85-6667-D949-B1A2-D5ACFBE56246}">
      <dgm:prSet/>
      <dgm:spPr/>
      <dgm:t>
        <a:bodyPr/>
        <a:lstStyle/>
        <a:p>
          <a:endParaRPr lang="en-US"/>
        </a:p>
      </dgm:t>
    </dgm:pt>
    <dgm:pt modelId="{A08AAD71-CC0D-0445-A3C1-76782265F5AA}" type="sibTrans" cxnId="{4D556A85-6667-D949-B1A2-D5ACFBE56246}">
      <dgm:prSet/>
      <dgm:spPr/>
      <dgm:t>
        <a:bodyPr/>
        <a:lstStyle/>
        <a:p>
          <a:endParaRPr lang="en-US"/>
        </a:p>
      </dgm:t>
    </dgm:pt>
    <dgm:pt modelId="{A57404CB-471A-2D46-B482-F0B9D4DF28D0}">
      <dgm:prSet/>
      <dgm:spPr/>
      <dgm:t>
        <a:bodyPr/>
        <a:lstStyle/>
        <a:p>
          <a:pPr>
            <a:buNone/>
          </a:pPr>
          <a:r>
            <a:rPr lang="en-US"/>
            <a:t>✓ Solution: Deep learning-based detection using SSD300-VGG16</a:t>
          </a:r>
        </a:p>
      </dgm:t>
    </dgm:pt>
    <dgm:pt modelId="{DB1FF998-120F-274B-BEDC-F2EDFFF8E343}" type="parTrans" cxnId="{39389A16-6AC1-C84F-A87A-22C9C0A63B5E}">
      <dgm:prSet/>
      <dgm:spPr/>
      <dgm:t>
        <a:bodyPr/>
        <a:lstStyle/>
        <a:p>
          <a:endParaRPr lang="en-US"/>
        </a:p>
      </dgm:t>
    </dgm:pt>
    <dgm:pt modelId="{9BB6EE0F-C9F7-F740-8EC6-715C58EB877D}" type="sibTrans" cxnId="{39389A16-6AC1-C84F-A87A-22C9C0A63B5E}">
      <dgm:prSet/>
      <dgm:spPr/>
      <dgm:t>
        <a:bodyPr/>
        <a:lstStyle/>
        <a:p>
          <a:endParaRPr lang="en-US"/>
        </a:p>
      </dgm:t>
    </dgm:pt>
    <dgm:pt modelId="{F9761BFE-FA91-F14D-80FC-58D4F7ADB177}">
      <dgm:prSet/>
      <dgm:spPr/>
      <dgm:t>
        <a:bodyPr/>
        <a:lstStyle/>
        <a:p>
          <a:pPr>
            <a:buNone/>
          </a:pPr>
          <a:r>
            <a:rPr lang="en-US"/>
            <a:t>✓ Performance: 97.0% mAP with 99.4% precision, 93.2% recall</a:t>
          </a:r>
        </a:p>
      </dgm:t>
    </dgm:pt>
    <dgm:pt modelId="{FF63C840-7ABD-7B45-A1C5-B270C49F55BA}" type="parTrans" cxnId="{33BAB89D-9F12-674B-B02D-8C9EB40E5968}">
      <dgm:prSet/>
      <dgm:spPr/>
      <dgm:t>
        <a:bodyPr/>
        <a:lstStyle/>
        <a:p>
          <a:endParaRPr lang="en-US"/>
        </a:p>
      </dgm:t>
    </dgm:pt>
    <dgm:pt modelId="{E566FC7B-326B-EF40-AFCE-4A278BD1CE99}" type="sibTrans" cxnId="{33BAB89D-9F12-674B-B02D-8C9EB40E5968}">
      <dgm:prSet/>
      <dgm:spPr/>
      <dgm:t>
        <a:bodyPr/>
        <a:lstStyle/>
        <a:p>
          <a:endParaRPr lang="en-US"/>
        </a:p>
      </dgm:t>
    </dgm:pt>
    <dgm:pt modelId="{B7696D82-76B4-1642-97D3-EF82819307B5}">
      <dgm:prSet/>
      <dgm:spPr/>
      <dgm:t>
        <a:bodyPr/>
        <a:lstStyle/>
        <a:p>
          <a:pPr>
            <a:buNone/>
          </a:pPr>
          <a:r>
            <a:rPr lang="en-US"/>
            <a:t>✓ Innovation: Lighting-aware preprocessing + bbox-safe augmentation</a:t>
          </a:r>
        </a:p>
      </dgm:t>
    </dgm:pt>
    <dgm:pt modelId="{24A76249-F3A4-C34C-B088-D4A782D0CD1C}" type="parTrans" cxnId="{D515C282-3DAD-934A-8E3A-E515630D36C6}">
      <dgm:prSet/>
      <dgm:spPr/>
      <dgm:t>
        <a:bodyPr/>
        <a:lstStyle/>
        <a:p>
          <a:endParaRPr lang="en-US"/>
        </a:p>
      </dgm:t>
    </dgm:pt>
    <dgm:pt modelId="{37076B56-2404-C942-8ACB-FD609D914735}" type="sibTrans" cxnId="{D515C282-3DAD-934A-8E3A-E515630D36C6}">
      <dgm:prSet/>
      <dgm:spPr/>
      <dgm:t>
        <a:bodyPr/>
        <a:lstStyle/>
        <a:p>
          <a:endParaRPr lang="en-US"/>
        </a:p>
      </dgm:t>
    </dgm:pt>
    <dgm:pt modelId="{B744BF44-84AA-B941-AE8E-0A8163AE0B63}">
      <dgm:prSet/>
      <dgm:spPr/>
      <dgm:t>
        <a:bodyPr/>
        <a:lstStyle/>
        <a:p>
          <a:pPr>
            <a:buNone/>
          </a:pPr>
          <a:r>
            <a:rPr lang="en-US"/>
            <a:t>✓ Limitation: Dataset diversity constrains generalization</a:t>
          </a:r>
        </a:p>
      </dgm:t>
    </dgm:pt>
    <dgm:pt modelId="{6BA8CF68-7DBC-9C4A-8D9F-CB2147B93CD5}" type="parTrans" cxnId="{E191019D-0007-754F-AE27-E5CA55C3D130}">
      <dgm:prSet/>
      <dgm:spPr/>
      <dgm:t>
        <a:bodyPr/>
        <a:lstStyle/>
        <a:p>
          <a:endParaRPr lang="en-US"/>
        </a:p>
      </dgm:t>
    </dgm:pt>
    <dgm:pt modelId="{B838ABAB-17D3-6D4D-B20C-E90E2625F085}" type="sibTrans" cxnId="{E191019D-0007-754F-AE27-E5CA55C3D130}">
      <dgm:prSet/>
      <dgm:spPr/>
      <dgm:t>
        <a:bodyPr/>
        <a:lstStyle/>
        <a:p>
          <a:endParaRPr lang="en-US"/>
        </a:p>
      </dgm:t>
    </dgm:pt>
    <dgm:pt modelId="{DF94FED9-172F-9442-B233-7EA97E45FC76}">
      <dgm:prSet/>
      <dgm:spPr/>
      <dgm:t>
        <a:bodyPr/>
        <a:lstStyle/>
        <a:p>
          <a:pPr>
            <a:buNone/>
          </a:pPr>
          <a:r>
            <a:rPr lang="en-US" dirty="0"/>
            <a:t>✓ Next Steps: Expand data, optimize for deployment, extend to video</a:t>
          </a:r>
        </a:p>
      </dgm:t>
    </dgm:pt>
    <dgm:pt modelId="{F21041F1-44A1-9840-BC3E-3761CDA37BBD}" type="parTrans" cxnId="{5C9522EE-B4F7-8D4B-A8C7-DA2A809537D7}">
      <dgm:prSet/>
      <dgm:spPr/>
      <dgm:t>
        <a:bodyPr/>
        <a:lstStyle/>
        <a:p>
          <a:endParaRPr lang="en-US"/>
        </a:p>
      </dgm:t>
    </dgm:pt>
    <dgm:pt modelId="{E485A803-D024-EA49-BB17-6B9B84E91DA9}" type="sibTrans" cxnId="{5C9522EE-B4F7-8D4B-A8C7-DA2A809537D7}">
      <dgm:prSet/>
      <dgm:spPr/>
      <dgm:t>
        <a:bodyPr/>
        <a:lstStyle/>
        <a:p>
          <a:endParaRPr lang="en-US"/>
        </a:p>
      </dgm:t>
    </dgm:pt>
    <dgm:pt modelId="{7DBFA400-5388-BB45-8360-C7900AAC36BD}" type="pres">
      <dgm:prSet presAssocID="{33573B53-AD64-4E32-AACD-42BC1A88D737}" presName="linear" presStyleCnt="0">
        <dgm:presLayoutVars>
          <dgm:dir/>
          <dgm:animLvl val="lvl"/>
          <dgm:resizeHandles val="exact"/>
        </dgm:presLayoutVars>
      </dgm:prSet>
      <dgm:spPr/>
    </dgm:pt>
    <dgm:pt modelId="{5EF695A5-637F-EC46-A444-CDBC7C7CF8AB}" type="pres">
      <dgm:prSet presAssocID="{162F9166-4AE9-4DA2-B0AE-433BA3FE6DB7}" presName="parentLin" presStyleCnt="0"/>
      <dgm:spPr/>
    </dgm:pt>
    <dgm:pt modelId="{E8F634CD-9D0A-E54C-90FA-C305703688EA}" type="pres">
      <dgm:prSet presAssocID="{162F9166-4AE9-4DA2-B0AE-433BA3FE6DB7}" presName="parentLeftMargin" presStyleLbl="node1" presStyleIdx="0" presStyleCnt="1"/>
      <dgm:spPr/>
    </dgm:pt>
    <dgm:pt modelId="{E7D891A4-E196-3D40-815D-2AD88A743059}" type="pres">
      <dgm:prSet presAssocID="{162F9166-4AE9-4DA2-B0AE-433BA3FE6D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241C4E-CAAB-F240-818A-F9AA70D32F88}" type="pres">
      <dgm:prSet presAssocID="{162F9166-4AE9-4DA2-B0AE-433BA3FE6DB7}" presName="negativeSpace" presStyleCnt="0"/>
      <dgm:spPr/>
    </dgm:pt>
    <dgm:pt modelId="{389FED8C-1943-494A-9799-D4EEB7F43B23}" type="pres">
      <dgm:prSet presAssocID="{162F9166-4AE9-4DA2-B0AE-433BA3FE6DB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1D9F213-9C79-CA4D-AC61-2880680E66D5}" type="presOf" srcId="{33573B53-AD64-4E32-AACD-42BC1A88D737}" destId="{7DBFA400-5388-BB45-8360-C7900AAC36BD}" srcOrd="0" destOrd="0" presId="urn:microsoft.com/office/officeart/2005/8/layout/list1"/>
    <dgm:cxn modelId="{39389A16-6AC1-C84F-A87A-22C9C0A63B5E}" srcId="{162F9166-4AE9-4DA2-B0AE-433BA3FE6DB7}" destId="{A57404CB-471A-2D46-B482-F0B9D4DF28D0}" srcOrd="1" destOrd="0" parTransId="{DB1FF998-120F-274B-BEDC-F2EDFFF8E343}" sibTransId="{9BB6EE0F-C9F7-F740-8EC6-715C58EB877D}"/>
    <dgm:cxn modelId="{A5037D19-6403-C242-A9C8-83BD780BBAD7}" type="presOf" srcId="{162F9166-4AE9-4DA2-B0AE-433BA3FE6DB7}" destId="{E7D891A4-E196-3D40-815D-2AD88A743059}" srcOrd="1" destOrd="0" presId="urn:microsoft.com/office/officeart/2005/8/layout/list1"/>
    <dgm:cxn modelId="{1984F228-8F23-42F8-9CB5-1BB092B78E62}" srcId="{162F9166-4AE9-4DA2-B0AE-433BA3FE6DB7}" destId="{A47A003B-F1A4-438C-8016-9E15B9093622}" srcOrd="0" destOrd="0" parTransId="{99DC130E-21BA-4CF8-8629-EE1AD3C6D45E}" sibTransId="{32DEAC14-BCA4-439E-8DD1-DF373595F979}"/>
    <dgm:cxn modelId="{50B7FB64-DAD9-B741-A727-274D1D66186B}" type="presOf" srcId="{DF94FED9-172F-9442-B233-7EA97E45FC76}" destId="{389FED8C-1943-494A-9799-D4EEB7F43B23}" srcOrd="0" destOrd="5" presId="urn:microsoft.com/office/officeart/2005/8/layout/list1"/>
    <dgm:cxn modelId="{F0AFD066-665B-49F4-BDD4-F7BA6F8D95ED}" srcId="{33573B53-AD64-4E32-AACD-42BC1A88D737}" destId="{162F9166-4AE9-4DA2-B0AE-433BA3FE6DB7}" srcOrd="0" destOrd="0" parTransId="{3AA86EF5-20AF-4126-9124-4C2E2CE175E9}" sibTransId="{05209854-4D97-41FB-B9BE-D9BF73DEB0B8}"/>
    <dgm:cxn modelId="{9E310669-B705-F645-87B1-8F11D016C98A}" type="presOf" srcId="{B744BF44-84AA-B941-AE8E-0A8163AE0B63}" destId="{389FED8C-1943-494A-9799-D4EEB7F43B23}" srcOrd="0" destOrd="4" presId="urn:microsoft.com/office/officeart/2005/8/layout/list1"/>
    <dgm:cxn modelId="{0729396E-3F3B-CE41-A460-43E6484658B0}" type="presOf" srcId="{A57404CB-471A-2D46-B482-F0B9D4DF28D0}" destId="{389FED8C-1943-494A-9799-D4EEB7F43B23}" srcOrd="0" destOrd="1" presId="urn:microsoft.com/office/officeart/2005/8/layout/list1"/>
    <dgm:cxn modelId="{D515C282-3DAD-934A-8E3A-E515630D36C6}" srcId="{162F9166-4AE9-4DA2-B0AE-433BA3FE6DB7}" destId="{B7696D82-76B4-1642-97D3-EF82819307B5}" srcOrd="3" destOrd="0" parTransId="{24A76249-F3A4-C34C-B088-D4A782D0CD1C}" sibTransId="{37076B56-2404-C942-8ACB-FD609D914735}"/>
    <dgm:cxn modelId="{AD832384-75D7-AD4E-A38A-8E5DAF24075E}" type="presOf" srcId="{F9761BFE-FA91-F14D-80FC-58D4F7ADB177}" destId="{389FED8C-1943-494A-9799-D4EEB7F43B23}" srcOrd="0" destOrd="2" presId="urn:microsoft.com/office/officeart/2005/8/layout/list1"/>
    <dgm:cxn modelId="{4D556A85-6667-D949-B1A2-D5ACFBE56246}" srcId="{162F9166-4AE9-4DA2-B0AE-433BA3FE6DB7}" destId="{4D645EC5-4017-DE4F-9191-52F600E6663F}" srcOrd="6" destOrd="0" parTransId="{E3B8C0B3-86EE-5049-A820-06C375590168}" sibTransId="{A08AAD71-CC0D-0445-A3C1-76782265F5AA}"/>
    <dgm:cxn modelId="{13ECB093-9912-FB44-A9CA-FC13B9B713B4}" type="presOf" srcId="{4D645EC5-4017-DE4F-9191-52F600E6663F}" destId="{389FED8C-1943-494A-9799-D4EEB7F43B23}" srcOrd="0" destOrd="6" presId="urn:microsoft.com/office/officeart/2005/8/layout/list1"/>
    <dgm:cxn modelId="{03D27B9B-9EE4-C449-A347-8F3E56C35E07}" type="presOf" srcId="{A47A003B-F1A4-438C-8016-9E15B9093622}" destId="{389FED8C-1943-494A-9799-D4EEB7F43B23}" srcOrd="0" destOrd="0" presId="urn:microsoft.com/office/officeart/2005/8/layout/list1"/>
    <dgm:cxn modelId="{E191019D-0007-754F-AE27-E5CA55C3D130}" srcId="{162F9166-4AE9-4DA2-B0AE-433BA3FE6DB7}" destId="{B744BF44-84AA-B941-AE8E-0A8163AE0B63}" srcOrd="4" destOrd="0" parTransId="{6BA8CF68-7DBC-9C4A-8D9F-CB2147B93CD5}" sibTransId="{B838ABAB-17D3-6D4D-B20C-E90E2625F085}"/>
    <dgm:cxn modelId="{33BAB89D-9F12-674B-B02D-8C9EB40E5968}" srcId="{162F9166-4AE9-4DA2-B0AE-433BA3FE6DB7}" destId="{F9761BFE-FA91-F14D-80FC-58D4F7ADB177}" srcOrd="2" destOrd="0" parTransId="{FF63C840-7ABD-7B45-A1C5-B270C49F55BA}" sibTransId="{E566FC7B-326B-EF40-AFCE-4A278BD1CE99}"/>
    <dgm:cxn modelId="{724CE1CF-8833-FA41-B677-8E23D6416104}" type="presOf" srcId="{162F9166-4AE9-4DA2-B0AE-433BA3FE6DB7}" destId="{E8F634CD-9D0A-E54C-90FA-C305703688EA}" srcOrd="0" destOrd="0" presId="urn:microsoft.com/office/officeart/2005/8/layout/list1"/>
    <dgm:cxn modelId="{7A53C5EC-6779-D84C-A67C-20DA39EE34CA}" type="presOf" srcId="{B7696D82-76B4-1642-97D3-EF82819307B5}" destId="{389FED8C-1943-494A-9799-D4EEB7F43B23}" srcOrd="0" destOrd="3" presId="urn:microsoft.com/office/officeart/2005/8/layout/list1"/>
    <dgm:cxn modelId="{5C9522EE-B4F7-8D4B-A8C7-DA2A809537D7}" srcId="{162F9166-4AE9-4DA2-B0AE-433BA3FE6DB7}" destId="{DF94FED9-172F-9442-B233-7EA97E45FC76}" srcOrd="5" destOrd="0" parTransId="{F21041F1-44A1-9840-BC3E-3761CDA37BBD}" sibTransId="{E485A803-D024-EA49-BB17-6B9B84E91DA9}"/>
    <dgm:cxn modelId="{3AD6E7E2-F6E6-6B4E-9708-7FEB17694BD5}" type="presParOf" srcId="{7DBFA400-5388-BB45-8360-C7900AAC36BD}" destId="{5EF695A5-637F-EC46-A444-CDBC7C7CF8AB}" srcOrd="0" destOrd="0" presId="urn:microsoft.com/office/officeart/2005/8/layout/list1"/>
    <dgm:cxn modelId="{66F1774A-0D78-C942-AC76-A006F226A700}" type="presParOf" srcId="{5EF695A5-637F-EC46-A444-CDBC7C7CF8AB}" destId="{E8F634CD-9D0A-E54C-90FA-C305703688EA}" srcOrd="0" destOrd="0" presId="urn:microsoft.com/office/officeart/2005/8/layout/list1"/>
    <dgm:cxn modelId="{17062E01-1E84-A34A-9266-E5F923FBA2A0}" type="presParOf" srcId="{5EF695A5-637F-EC46-A444-CDBC7C7CF8AB}" destId="{E7D891A4-E196-3D40-815D-2AD88A743059}" srcOrd="1" destOrd="0" presId="urn:microsoft.com/office/officeart/2005/8/layout/list1"/>
    <dgm:cxn modelId="{69F97C34-815F-2C4C-A8EE-0CA08648E40C}" type="presParOf" srcId="{7DBFA400-5388-BB45-8360-C7900AAC36BD}" destId="{DF241C4E-CAAB-F240-818A-F9AA70D32F88}" srcOrd="1" destOrd="0" presId="urn:microsoft.com/office/officeart/2005/8/layout/list1"/>
    <dgm:cxn modelId="{CB4160B3-5AA3-CD43-A787-93A6252D5ED2}" type="presParOf" srcId="{7DBFA400-5388-BB45-8360-C7900AAC36BD}" destId="{389FED8C-1943-494A-9799-D4EEB7F43B2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706A76-4BE3-4036-9FA5-7726D8927927}">
      <dsp:nvSpPr>
        <dsp:cNvPr id="0" name=""/>
        <dsp:cNvSpPr/>
      </dsp:nvSpPr>
      <dsp:spPr>
        <a:xfrm>
          <a:off x="508364" y="557417"/>
          <a:ext cx="1475437" cy="14754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D5961-7192-4196-8FBB-21CD5013D7A8}">
      <dsp:nvSpPr>
        <dsp:cNvPr id="0" name=""/>
        <dsp:cNvSpPr/>
      </dsp:nvSpPr>
      <dsp:spPr>
        <a:xfrm>
          <a:off x="822801" y="871855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0AB05-2482-46E5-8257-D3CEF39F25D3}">
      <dsp:nvSpPr>
        <dsp:cNvPr id="0" name=""/>
        <dsp:cNvSpPr/>
      </dsp:nvSpPr>
      <dsp:spPr>
        <a:xfrm>
          <a:off x="36707" y="2492417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Ayush Kumar</a:t>
          </a:r>
        </a:p>
      </dsp:txBody>
      <dsp:txXfrm>
        <a:off x="36707" y="2492417"/>
        <a:ext cx="2418750" cy="720000"/>
      </dsp:txXfrm>
    </dsp:sp>
    <dsp:sp modelId="{9831108B-5FF5-41D2-B668-E095E720A8C7}">
      <dsp:nvSpPr>
        <dsp:cNvPr id="0" name=""/>
        <dsp:cNvSpPr/>
      </dsp:nvSpPr>
      <dsp:spPr>
        <a:xfrm>
          <a:off x="3350395" y="557417"/>
          <a:ext cx="1475437" cy="1475437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6E7A2-1298-4FD5-8D16-273A1681D1C0}">
      <dsp:nvSpPr>
        <dsp:cNvPr id="0" name=""/>
        <dsp:cNvSpPr/>
      </dsp:nvSpPr>
      <dsp:spPr>
        <a:xfrm>
          <a:off x="3664832" y="871855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84025-8892-42EE-BA59-234992D46515}">
      <dsp:nvSpPr>
        <dsp:cNvPr id="0" name=""/>
        <dsp:cNvSpPr/>
      </dsp:nvSpPr>
      <dsp:spPr>
        <a:xfrm>
          <a:off x="2878739" y="2492417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LJMU MS in Data Science</a:t>
          </a:r>
        </a:p>
      </dsp:txBody>
      <dsp:txXfrm>
        <a:off x="2878739" y="2492417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559760"/>
          <a:ext cx="6666833" cy="485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728980" rIns="517420" bIns="24892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Introduction &amp; Background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Literature Review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Problem Statement &amp; Objectives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Research Methodology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Results &amp; Discussion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Conclusion &amp; Future Work</a:t>
          </a:r>
        </a:p>
      </dsp:txBody>
      <dsp:txXfrm>
        <a:off x="0" y="559760"/>
        <a:ext cx="6666833" cy="4851000"/>
      </dsp:txXfrm>
    </dsp:sp>
    <dsp:sp modelId="{E7D891A4-E196-3D40-815D-2AD88A743059}">
      <dsp:nvSpPr>
        <dsp:cNvPr id="0" name=""/>
        <dsp:cNvSpPr/>
      </dsp:nvSpPr>
      <dsp:spPr>
        <a:xfrm>
          <a:off x="333341" y="43159"/>
          <a:ext cx="4666783" cy="1033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Content</a:t>
          </a:r>
        </a:p>
      </dsp:txBody>
      <dsp:txXfrm>
        <a:off x="383778" y="93596"/>
        <a:ext cx="4565909" cy="9323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0927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99872" rIns="8203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/>
            <a:t>Road Safety Crisis in India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Potholes and Speed Breakers - Cause of Deaths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4400 Accidents in 2022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Non-Compliant Potholes &amp; Speed Breakers -Of Varying Sizes &amp; Shapes can be Found all over India without Proper Markings/ Signs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2400" b="1" kern="1200" dirty="0"/>
            <a:t>Why This Matters: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Critical for ADAS (Advanced Driver Assistance Systems)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/>
            <a:t>Essential for GIS-based road mapping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Foundation for autonomous vehicle safety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0" y="40927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55039"/>
          <a:ext cx="7399279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Introduction – The Problem</a:t>
          </a:r>
        </a:p>
      </dsp:txBody>
      <dsp:txXfrm>
        <a:off x="563104" y="89624"/>
        <a:ext cx="7330109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0927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99872" rIns="8203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/>
            <a:t>Detection Challenges: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2400" b="1" kern="1200" dirty="0"/>
            <a:t>Goal:</a:t>
          </a:r>
          <a:r>
            <a:rPr lang="en-US" sz="2400" kern="1200" dirty="0"/>
            <a:t> Develop robust ML/CV models that detect anomalies across diverse conditions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0" y="40927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55039"/>
          <a:ext cx="7399279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Problem Statement</a:t>
          </a:r>
        </a:p>
      </dsp:txBody>
      <dsp:txXfrm>
        <a:off x="563104" y="89624"/>
        <a:ext cx="7330109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73180"/>
          <a:ext cx="10570399" cy="478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395732" rIns="82038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1" i="0" u="none" kern="1200" dirty="0"/>
            <a:t>Preprocessing:</a:t>
          </a:r>
          <a:r>
            <a:rPr lang="en-US" sz="1900" b="0" i="0" u="none" kern="1200" dirty="0"/>
            <a:t> Implement techniques to enhance image quality and handle varying lighting/weather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1" i="0" u="none" kern="1200" dirty="0"/>
            <a:t>Model Development:</a:t>
          </a:r>
          <a:r>
            <a:rPr lang="en-US" sz="1900" b="0" i="0" u="none" kern="1200" dirty="0"/>
            <a:t> Design and implement multiple deep learning architectures (YOLO, Faster R-CNN, SSD)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1" i="0" u="none" kern="1200" dirty="0"/>
            <a:t>Robustness Testing:</a:t>
          </a:r>
          <a:r>
            <a:rPr lang="en-US" sz="1900" b="0" i="0" u="none" kern="1200" dirty="0"/>
            <a:t> Evaluate performance under adverse environmental conditions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1" i="0" u="none" kern="1200" dirty="0"/>
            <a:t>Optimization:</a:t>
          </a:r>
          <a:r>
            <a:rPr lang="en-US" sz="1900" b="0" i="0" u="none" kern="1200" dirty="0"/>
            <a:t> Identify optimal model(s) balancing accuracy, recall, and precision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b="1" kern="1200" dirty="0"/>
            <a:t>In Scope: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/>
            <a:t>Image-based detection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/>
            <a:t>Adverse environmental conditions (lighting, road surface)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/>
            <a:t>ML/DL model development &amp; comparison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 dirty="0"/>
            <a:t>Metrics: Accuracy, Precision, Recall, F1-score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473180"/>
        <a:ext cx="10570399" cy="4788000"/>
      </dsp:txXfrm>
    </dsp:sp>
    <dsp:sp modelId="{E7D891A4-E196-3D40-815D-2AD88A743059}">
      <dsp:nvSpPr>
        <dsp:cNvPr id="0" name=""/>
        <dsp:cNvSpPr/>
      </dsp:nvSpPr>
      <dsp:spPr>
        <a:xfrm>
          <a:off x="528519" y="192740"/>
          <a:ext cx="7399279" cy="56087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Research Objectives</a:t>
          </a:r>
        </a:p>
      </dsp:txBody>
      <dsp:txXfrm>
        <a:off x="555899" y="220120"/>
        <a:ext cx="7344519" cy="5061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368240"/>
          <a:ext cx="10570399" cy="5027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37388" rIns="82038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</dsp:txBody>
      <dsp:txXfrm>
        <a:off x="0" y="368240"/>
        <a:ext cx="10570399" cy="5027399"/>
      </dsp:txXfrm>
    </dsp:sp>
    <dsp:sp modelId="{E7D891A4-E196-3D40-815D-2AD88A743059}">
      <dsp:nvSpPr>
        <dsp:cNvPr id="0" name=""/>
        <dsp:cNvSpPr/>
      </dsp:nvSpPr>
      <dsp:spPr>
        <a:xfrm>
          <a:off x="528519" y="58280"/>
          <a:ext cx="7399279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Literature Review - Evolution</a:t>
          </a:r>
        </a:p>
      </dsp:txBody>
      <dsp:txXfrm>
        <a:off x="558781" y="88542"/>
        <a:ext cx="7338755" cy="5593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360949"/>
          <a:ext cx="10570399" cy="507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79044" rIns="82038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G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Gap Identified:</a:t>
          </a:r>
          <a:r>
            <a:rPr lang="en-US" sz="2300" kern="1200" dirty="0"/>
            <a:t> Need for robust detection under varying illumination and weather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</dsp:txBody>
      <dsp:txXfrm>
        <a:off x="0" y="360949"/>
        <a:ext cx="10570399" cy="5071500"/>
      </dsp:txXfrm>
    </dsp:sp>
    <dsp:sp modelId="{E7D891A4-E196-3D40-815D-2AD88A743059}">
      <dsp:nvSpPr>
        <dsp:cNvPr id="0" name=""/>
        <dsp:cNvSpPr/>
      </dsp:nvSpPr>
      <dsp:spPr>
        <a:xfrm>
          <a:off x="528519" y="21469"/>
          <a:ext cx="7399279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Literature Review – Key Findings</a:t>
          </a:r>
        </a:p>
      </dsp:txBody>
      <dsp:txXfrm>
        <a:off x="561663" y="54613"/>
        <a:ext cx="7332991" cy="6126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0927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99872" rIns="8203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</dsp:txBody>
      <dsp:txXfrm>
        <a:off x="0" y="40927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55039"/>
          <a:ext cx="7399279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Methodology – Pipeline</a:t>
          </a:r>
        </a:p>
      </dsp:txBody>
      <dsp:txXfrm>
        <a:off x="563104" y="89624"/>
        <a:ext cx="7330109" cy="639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0927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99872" rIns="8203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400" kern="1200" dirty="0"/>
        </a:p>
      </dsp:txBody>
      <dsp:txXfrm>
        <a:off x="0" y="40927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55039"/>
          <a:ext cx="7399279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Methodology – Pipeline. (Continued….)</a:t>
          </a:r>
        </a:p>
      </dsp:txBody>
      <dsp:txXfrm>
        <a:off x="563104" y="89624"/>
        <a:ext cx="7330109" cy="639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293630"/>
          <a:ext cx="10570399" cy="514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395732" rIns="82038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1" kern="1200" dirty="0"/>
            <a:t>Source:</a:t>
          </a:r>
          <a:r>
            <a:rPr lang="en-US" sz="1900" kern="1200" dirty="0"/>
            <a:t> Kaggle-sourced images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900" b="0" i="0" u="none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b="1" kern="1200" dirty="0"/>
            <a:t>Characteristics: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 dirty="0"/>
            <a:t>Captured from iPhone 12 &amp; Vivo devices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 dirty="0"/>
            <a:t>Multiple angles: center, right, left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kern="1200" dirty="0"/>
            <a:t>Includes unmarked speed breakers</a:t>
          </a:r>
        </a:p>
      </dsp:txBody>
      <dsp:txXfrm>
        <a:off x="0" y="293630"/>
        <a:ext cx="10570399" cy="5147100"/>
      </dsp:txXfrm>
    </dsp:sp>
    <dsp:sp modelId="{E7D891A4-E196-3D40-815D-2AD88A743059}">
      <dsp:nvSpPr>
        <dsp:cNvPr id="0" name=""/>
        <dsp:cNvSpPr/>
      </dsp:nvSpPr>
      <dsp:spPr>
        <a:xfrm>
          <a:off x="528519" y="13190"/>
          <a:ext cx="7399279" cy="56087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Dataset Description</a:t>
          </a:r>
        </a:p>
      </dsp:txBody>
      <dsp:txXfrm>
        <a:off x="555899" y="40570"/>
        <a:ext cx="7344519" cy="5061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74530"/>
          <a:ext cx="10570399" cy="493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604012" rIns="82038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900" b="1" kern="1200" dirty="0"/>
            <a:t>Lighting-Aware Enhancement: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u="none" kern="1200" dirty="0"/>
            <a:t>Boost local contrast in low-light images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u="none" kern="1200" dirty="0"/>
            <a:t>Limit noise amplification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u="none" kern="1200" dirty="0"/>
            <a:t>Preserve bounding box alignment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900" b="1" kern="1200" dirty="0"/>
            <a:t>Validation:</a:t>
          </a:r>
          <a:r>
            <a:rPr lang="en-US" sz="2900" kern="1200" dirty="0"/>
            <a:t> Visual inspection confirms </a:t>
          </a:r>
          <a:r>
            <a:rPr lang="en-US" sz="2900" kern="1200" dirty="0" err="1"/>
            <a:t>bbox</a:t>
          </a:r>
          <a:r>
            <a:rPr lang="en-US" sz="2900" kern="1200" dirty="0"/>
            <a:t> alignment post-enhancement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/>
        </a:p>
      </dsp:txBody>
      <dsp:txXfrm>
        <a:off x="0" y="474530"/>
        <a:ext cx="10570399" cy="4932899"/>
      </dsp:txXfrm>
    </dsp:sp>
    <dsp:sp modelId="{E7D891A4-E196-3D40-815D-2AD88A743059}">
      <dsp:nvSpPr>
        <dsp:cNvPr id="0" name=""/>
        <dsp:cNvSpPr/>
      </dsp:nvSpPr>
      <dsp:spPr>
        <a:xfrm>
          <a:off x="528519" y="46490"/>
          <a:ext cx="7399279" cy="856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Data Preprocessing</a:t>
          </a:r>
        </a:p>
      </dsp:txBody>
      <dsp:txXfrm>
        <a:off x="570309" y="88280"/>
        <a:ext cx="7315699" cy="7725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360949"/>
          <a:ext cx="10570399" cy="507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79044" rIns="82038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Bounding-Box Preserving Transformations: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Key Principle:</a:t>
          </a:r>
          <a:r>
            <a:rPr lang="en-US" sz="2300" kern="1200" dirty="0"/>
            <a:t> Introduce realistic variations a road-facing camera would encounter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Night Images:</a:t>
          </a:r>
          <a:r>
            <a:rPr lang="en-US" sz="2300" kern="1200" dirty="0"/>
            <a:t> Received heavier augmentation to balance dataset distribution</a:t>
          </a:r>
        </a:p>
      </dsp:txBody>
      <dsp:txXfrm>
        <a:off x="0" y="360949"/>
        <a:ext cx="10570399" cy="5071500"/>
      </dsp:txXfrm>
    </dsp:sp>
    <dsp:sp modelId="{E7D891A4-E196-3D40-815D-2AD88A743059}">
      <dsp:nvSpPr>
        <dsp:cNvPr id="0" name=""/>
        <dsp:cNvSpPr/>
      </dsp:nvSpPr>
      <dsp:spPr>
        <a:xfrm>
          <a:off x="528519" y="21469"/>
          <a:ext cx="7399279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Augmentation Strategy</a:t>
          </a:r>
        </a:p>
      </dsp:txBody>
      <dsp:txXfrm>
        <a:off x="561663" y="54613"/>
        <a:ext cx="7332991" cy="6126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0927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99872" rIns="8203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/>
            <a:t>Three Detector Families Evaluated: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/>
            <a:t>Transfer Learning:</a:t>
          </a:r>
          <a:r>
            <a:rPr lang="en-US" sz="2400" kern="1200" dirty="0"/>
            <a:t> All models initialized with pretrained weights, fine-tuned on dataset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0" y="40927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55039"/>
          <a:ext cx="7399279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Model Architectures</a:t>
          </a:r>
        </a:p>
      </dsp:txBody>
      <dsp:txXfrm>
        <a:off x="563104" y="89624"/>
        <a:ext cx="7330109" cy="63931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360949"/>
          <a:ext cx="10570399" cy="507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79044" rIns="82038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Design:</a:t>
          </a:r>
          <a:r>
            <a:rPr lang="en-US" sz="2300" kern="1200" dirty="0"/>
            <a:t> 10-epoch training, consistent settings across all models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Results: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Findings:</a:t>
          </a:r>
          <a:r>
            <a:rPr lang="en-US" sz="2300" kern="1200" dirty="0"/>
            <a:t> </a:t>
          </a:r>
          <a:r>
            <a:rPr lang="en-US" sz="2300" b="1" kern="1200" dirty="0"/>
            <a:t>Night scenes</a:t>
          </a:r>
          <a:r>
            <a:rPr lang="en-US" sz="2300" kern="1200" dirty="0"/>
            <a:t> remain most challenging despite preprocessing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1" kern="1200" dirty="0"/>
            <a:t>Winner:</a:t>
          </a:r>
          <a:r>
            <a:rPr lang="en-US" sz="2300" kern="1200" dirty="0"/>
            <a:t> SSD300-VGG16 → Selected for hyperparameter tuning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</dsp:txBody>
      <dsp:txXfrm>
        <a:off x="0" y="360949"/>
        <a:ext cx="10570399" cy="5071500"/>
      </dsp:txXfrm>
    </dsp:sp>
    <dsp:sp modelId="{E7D891A4-E196-3D40-815D-2AD88A743059}">
      <dsp:nvSpPr>
        <dsp:cNvPr id="0" name=""/>
        <dsp:cNvSpPr/>
      </dsp:nvSpPr>
      <dsp:spPr>
        <a:xfrm>
          <a:off x="528519" y="21469"/>
          <a:ext cx="7399279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Experiment 1 – Baseline Comparison</a:t>
          </a:r>
        </a:p>
      </dsp:txBody>
      <dsp:txXfrm>
        <a:off x="561663" y="54613"/>
        <a:ext cx="7332991" cy="61267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61839"/>
          <a:ext cx="10570399" cy="491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541528" rIns="82038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Three Configurations Tested: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Training:</a:t>
          </a:r>
          <a:r>
            <a:rPr lang="en-US" sz="2600" kern="1200" dirty="0"/>
            <a:t> ~30 additional epochs with early stopping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</dsp:txBody>
      <dsp:txXfrm>
        <a:off x="0" y="461839"/>
        <a:ext cx="10570399" cy="4914000"/>
      </dsp:txXfrm>
    </dsp:sp>
    <dsp:sp modelId="{E7D891A4-E196-3D40-815D-2AD88A743059}">
      <dsp:nvSpPr>
        <dsp:cNvPr id="0" name=""/>
        <dsp:cNvSpPr/>
      </dsp:nvSpPr>
      <dsp:spPr>
        <a:xfrm>
          <a:off x="528519" y="78079"/>
          <a:ext cx="739927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Experiment 2 – Hyperparameter Tuning</a:t>
          </a:r>
        </a:p>
      </dsp:txBody>
      <dsp:txXfrm>
        <a:off x="565986" y="115546"/>
        <a:ext cx="7324345" cy="69258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61839"/>
          <a:ext cx="10570399" cy="491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541528" rIns="82038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Hyperparameter Tuning Outcomes: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Key Insight:</a:t>
          </a:r>
          <a:r>
            <a:rPr lang="en-US" sz="2600" kern="1200" dirty="0"/>
            <a:t> Lower LR + smaller batch + </a:t>
          </a:r>
          <a:r>
            <a:rPr lang="en-US" sz="2600" kern="1200" dirty="0" err="1"/>
            <a:t>AdamW</a:t>
          </a:r>
          <a:r>
            <a:rPr lang="en-US" sz="2600" kern="1200" dirty="0"/>
            <a:t> + </a:t>
          </a:r>
          <a:r>
            <a:rPr lang="en-US" sz="2600" kern="1200" dirty="0" err="1"/>
            <a:t>ReduceLROnPlateau</a:t>
          </a:r>
          <a:r>
            <a:rPr lang="en-US" sz="2600" kern="1200" dirty="0"/>
            <a:t> = optimal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</dsp:txBody>
      <dsp:txXfrm>
        <a:off x="0" y="461839"/>
        <a:ext cx="10570399" cy="4914000"/>
      </dsp:txXfrm>
    </dsp:sp>
    <dsp:sp modelId="{E7D891A4-E196-3D40-815D-2AD88A743059}">
      <dsp:nvSpPr>
        <dsp:cNvPr id="0" name=""/>
        <dsp:cNvSpPr/>
      </dsp:nvSpPr>
      <dsp:spPr>
        <a:xfrm>
          <a:off x="528519" y="78079"/>
          <a:ext cx="739927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Experiment 2 – Results</a:t>
          </a:r>
        </a:p>
      </dsp:txBody>
      <dsp:txXfrm>
        <a:off x="565986" y="115546"/>
        <a:ext cx="7324345" cy="69258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61839"/>
          <a:ext cx="10570399" cy="491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541528" rIns="82038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SSD300-VGG16 with Conservative Configuration: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Interpretation:</a:t>
          </a:r>
          <a:r>
            <a:rPr lang="en-US" sz="2600" kern="1200" dirty="0"/>
            <a:t> Optimization primarily tightened precision without sacrificing recall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 dirty="0"/>
        </a:p>
      </dsp:txBody>
      <dsp:txXfrm>
        <a:off x="0" y="461839"/>
        <a:ext cx="10570399" cy="4914000"/>
      </dsp:txXfrm>
    </dsp:sp>
    <dsp:sp modelId="{E7D891A4-E196-3D40-815D-2AD88A743059}">
      <dsp:nvSpPr>
        <dsp:cNvPr id="0" name=""/>
        <dsp:cNvSpPr/>
      </dsp:nvSpPr>
      <dsp:spPr>
        <a:xfrm>
          <a:off x="528519" y="78079"/>
          <a:ext cx="739927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Final Model Performance</a:t>
          </a:r>
          <a:endParaRPr lang="en-US" sz="2600" kern="1200" dirty="0"/>
        </a:p>
      </dsp:txBody>
      <dsp:txXfrm>
        <a:off x="565986" y="115546"/>
        <a:ext cx="7324345" cy="6925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20889"/>
          <a:ext cx="10570399" cy="4995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541528" rIns="82038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/>
            <a:t>Visual Inspection Confirms: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✓ Fewer false speed-breaker positives in night scenes post-tuning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✓ Tighter bounding boxes for mid-scale potholes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✓ Improved localization quality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b="1" kern="1200" dirty="0"/>
            <a:t>Persistent Challenges: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✗ Very small/oblique potholes remain difficult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✗ Night glare continues to cause issues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✗ Reflective paint markings</a:t>
          </a:r>
        </a:p>
      </dsp:txBody>
      <dsp:txXfrm>
        <a:off x="0" y="420889"/>
        <a:ext cx="10570399" cy="4995900"/>
      </dsp:txXfrm>
    </dsp:sp>
    <dsp:sp modelId="{E7D891A4-E196-3D40-815D-2AD88A743059}">
      <dsp:nvSpPr>
        <dsp:cNvPr id="0" name=""/>
        <dsp:cNvSpPr/>
      </dsp:nvSpPr>
      <dsp:spPr>
        <a:xfrm>
          <a:off x="528519" y="37129"/>
          <a:ext cx="739927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Qualitative Analysis</a:t>
          </a:r>
          <a:endParaRPr lang="en-US" sz="2600" kern="1200" dirty="0"/>
        </a:p>
      </dsp:txBody>
      <dsp:txXfrm>
        <a:off x="565986" y="74596"/>
        <a:ext cx="7324345" cy="69258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548959"/>
          <a:ext cx="10570399" cy="472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520700" rIns="82038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b="1" kern="1200"/>
            <a:t>For ADAS Deployment:</a:t>
          </a:r>
          <a:endParaRPr lang="en-US" sz="2500" kern="1200" dirty="0"/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500" kern="1200"/>
            <a:t>Calibrate confidence thresholds per lighting condition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500" kern="1200"/>
            <a:t>Apply conservative buffers around reported detections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500" kern="1200"/>
            <a:t>Consider temporal smoothing for video input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b="1" kern="1200"/>
            <a:t>For GIS Mapping:</a:t>
          </a:r>
          <a:endParaRPr lang="en-US" sz="2500" kern="1200"/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500" kern="1200"/>
            <a:t>Use detection outputs for automated road condition surveys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500" kern="1200"/>
            <a:t>Implement verification layer for high-confidence detections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500" kern="1200" dirty="0"/>
            <a:t>Buffer zones recommended for maintenance planning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500" kern="1200" dirty="0"/>
        </a:p>
      </dsp:txBody>
      <dsp:txXfrm>
        <a:off x="0" y="548959"/>
        <a:ext cx="10570399" cy="4725000"/>
      </dsp:txXfrm>
    </dsp:sp>
    <dsp:sp modelId="{E7D891A4-E196-3D40-815D-2AD88A743059}">
      <dsp:nvSpPr>
        <dsp:cNvPr id="0" name=""/>
        <dsp:cNvSpPr/>
      </dsp:nvSpPr>
      <dsp:spPr>
        <a:xfrm>
          <a:off x="528519" y="179959"/>
          <a:ext cx="7399279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Practical Implications</a:t>
          </a:r>
          <a:endParaRPr lang="en-US" sz="2500" kern="1200" dirty="0"/>
        </a:p>
      </dsp:txBody>
      <dsp:txXfrm>
        <a:off x="564545" y="215985"/>
        <a:ext cx="7327227" cy="66594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40927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99872" rIns="8203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/>
            <a:t>Dataset Constraints: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Limited diversity (similar scenes from different angles)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Small nighttime sample size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Single geographic region (India)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1" kern="1200"/>
            <a:t>Technical Limitations:</a:t>
          </a:r>
          <a:endParaRPr lang="en-US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Validation-only metrics (test set for final confirmation)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No real-time deployment testing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Single-frame analysis (no temporal context)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1" kern="1200"/>
            <a:t>Generalization Concerns:</a:t>
          </a:r>
          <a:endParaRPr lang="en-US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Cross-scene performance unknown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 dirty="0"/>
            <a:t>Different road types not tested</a:t>
          </a:r>
        </a:p>
      </dsp:txBody>
      <dsp:txXfrm>
        <a:off x="0" y="40927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55039"/>
          <a:ext cx="7399279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Limitations</a:t>
          </a:r>
          <a:endParaRPr lang="en-US" sz="2400" kern="1200" dirty="0"/>
        </a:p>
      </dsp:txBody>
      <dsp:txXfrm>
        <a:off x="563104" y="89624"/>
        <a:ext cx="7330109" cy="63931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394519"/>
          <a:ext cx="10570399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58216" rIns="82038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b="1" kern="1200"/>
            <a:t>Key Contributions:</a:t>
          </a:r>
          <a:endParaRPr lang="en-US" sz="2200" kern="1200" dirty="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200" b="1" kern="1200"/>
            <a:t>Pipeline Development:</a:t>
          </a:r>
          <a:r>
            <a:rPr lang="en-US" sz="2200" kern="1200"/>
            <a:t> End-to-end system with lighting-aware preprocessing and bbox-safe augmentation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200" b="1" kern="1200"/>
            <a:t>Model Selection:</a:t>
          </a:r>
          <a:r>
            <a:rPr lang="en-US" sz="2200" kern="1200"/>
            <a:t> Systematic comparison identifies SSD300-VGG16 as optimal for this task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200" b="1" kern="1200"/>
            <a:t>Optimization:</a:t>
          </a:r>
          <a:r>
            <a:rPr lang="en-US" sz="2200" kern="1200"/>
            <a:t> Conservative hyperparameter regime achieves </a:t>
          </a:r>
          <a:r>
            <a:rPr lang="en-US" sz="2200" b="1" kern="1200"/>
            <a:t>97.0% mAP</a:t>
          </a:r>
          <a:r>
            <a:rPr lang="en-US" sz="2200" kern="1200"/>
            <a:t> with high precision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200" b="1" kern="1200" dirty="0"/>
            <a:t>Analysis:</a:t>
          </a:r>
          <a:r>
            <a:rPr lang="en-US" sz="2200" kern="1200" dirty="0"/>
            <a:t> Identified specific failure modes (night glare, reflective markings, small targets)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b="1" kern="1200" dirty="0"/>
            <a:t>Final Recommendation:</a:t>
          </a:r>
          <a:r>
            <a:rPr lang="en-US" sz="2200" kern="1200" dirty="0"/>
            <a:t> SSD300-VGG16 (config_1_conservative) for pothole/speed breaker detection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</dsp:txBody>
      <dsp:txXfrm>
        <a:off x="0" y="394519"/>
        <a:ext cx="10570399" cy="4989600"/>
      </dsp:txXfrm>
    </dsp:sp>
    <dsp:sp modelId="{E7D891A4-E196-3D40-815D-2AD88A743059}">
      <dsp:nvSpPr>
        <dsp:cNvPr id="0" name=""/>
        <dsp:cNvSpPr/>
      </dsp:nvSpPr>
      <dsp:spPr>
        <a:xfrm>
          <a:off x="528519" y="69799"/>
          <a:ext cx="7399279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Conclusions</a:t>
          </a:r>
        </a:p>
      </dsp:txBody>
      <dsp:txXfrm>
        <a:off x="560222" y="101502"/>
        <a:ext cx="7335873" cy="58603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368240"/>
          <a:ext cx="10570399" cy="5027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437388" rIns="82038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1" kern="1200"/>
            <a:t>Short-term:</a:t>
          </a:r>
          <a:endParaRPr lang="en-US" sz="210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Expand dataset with diverse locations, road types, marked speed breakers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Test-set validation and deployment profiling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Domain adaptation for cross-region generalization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1" kern="1200"/>
            <a:t>Medium-term: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Model optimization: pruning, quantization, TensorRT/ONNX conversion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Video-based detection with temporal smoothing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Semi-supervised learning to leverage unlabeled data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1" kern="1200"/>
            <a:t>Long-term: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Real-time mobile/edge deployment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itchFamily="2" charset="2"/>
            <a:buChar char=""/>
          </a:pPr>
          <a:r>
            <a:rPr lang="en-US" sz="2100" kern="1200"/>
            <a:t>Integration with ADAS systems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GPS-based road condition mapping</a:t>
          </a:r>
        </a:p>
      </dsp:txBody>
      <dsp:txXfrm>
        <a:off x="0" y="368240"/>
        <a:ext cx="10570399" cy="5027399"/>
      </dsp:txXfrm>
    </dsp:sp>
    <dsp:sp modelId="{E7D891A4-E196-3D40-815D-2AD88A743059}">
      <dsp:nvSpPr>
        <dsp:cNvPr id="0" name=""/>
        <dsp:cNvSpPr/>
      </dsp:nvSpPr>
      <dsp:spPr>
        <a:xfrm>
          <a:off x="528519" y="58280"/>
          <a:ext cx="7399279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Future Work</a:t>
          </a:r>
          <a:endParaRPr lang="en-US" sz="2100" kern="1200" dirty="0"/>
        </a:p>
      </dsp:txBody>
      <dsp:txXfrm>
        <a:off x="558781" y="88542"/>
        <a:ext cx="7338755" cy="55939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FED8C-1943-494A-9799-D4EEB7F43B23}">
      <dsp:nvSpPr>
        <dsp:cNvPr id="0" name=""/>
        <dsp:cNvSpPr/>
      </dsp:nvSpPr>
      <dsp:spPr>
        <a:xfrm>
          <a:off x="0" y="627709"/>
          <a:ext cx="10570399" cy="456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380" tIns="520700" rIns="82038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/>
            <a:t>✓ Problem: 4,400+ annual accidents from road anomalies in India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/>
            <a:t>✓ Solution: Deep learning-based detection using SSD300-VGG16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/>
            <a:t>✓ Performance: 97.0% mAP with 99.4% precision, 93.2% recall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/>
            <a:t>✓ Innovation: Lighting-aware preprocessing + bbox-safe augmentation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/>
            <a:t>✓ Limitation: Dataset diversity constrains generalization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✓ Next Steps: Expand data, optimize for deployment, extend to video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500" kern="1200" dirty="0"/>
        </a:p>
      </dsp:txBody>
      <dsp:txXfrm>
        <a:off x="0" y="627709"/>
        <a:ext cx="10570399" cy="4567500"/>
      </dsp:txXfrm>
    </dsp:sp>
    <dsp:sp modelId="{E7D891A4-E196-3D40-815D-2AD88A743059}">
      <dsp:nvSpPr>
        <dsp:cNvPr id="0" name=""/>
        <dsp:cNvSpPr/>
      </dsp:nvSpPr>
      <dsp:spPr>
        <a:xfrm>
          <a:off x="528519" y="258709"/>
          <a:ext cx="7399279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675" tIns="0" rIns="27967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Key Takeaways</a:t>
          </a:r>
          <a:endParaRPr lang="en-US" sz="2500" kern="1200" dirty="0"/>
        </a:p>
      </dsp:txBody>
      <dsp:txXfrm>
        <a:off x="564545" y="294735"/>
        <a:ext cx="7327227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D06E-83F1-F946-F403-3308CDAA5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BF1C7-128B-85B0-2DD5-2727B8DFB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DF1DE-A5F9-8920-3AE0-B779124B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2507-01DF-C93A-2AFD-A28DD5C5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7277-7BB8-E9B1-5C66-7553C416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0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F2C7-BAF5-6B53-0733-5288662C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1E89C-732C-5854-3494-469CDD5FC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F8F30-7EC5-B5B5-1CB2-C26670C5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978A-FE8B-807D-88AD-2B975A2E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68C2D-0B1B-FA16-6E65-BE44E9BD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7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1F50-776F-C18C-538A-13F391D2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E70D-F29F-95C5-2483-3028A29A1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66DCA-29BB-AFF4-743C-D83E4327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6BE71-97C1-01AE-4AAD-4D009093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D104-2E8C-EB6A-71EE-EA043ADA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4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F53C-5884-648F-DFDB-9059EFF8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50435-F137-113D-7BE2-9AFC18B5C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52076-CFD5-EE75-5E52-ED7319247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6C8A3-ED05-1923-115D-22797987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99116-1F76-1DC3-DA3E-DA744831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9022C-8E44-B6B0-BD31-07736C0AE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7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4859-732D-4726-8E6B-9BE073FB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01642-922E-17EC-4A59-BB8163B89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9C7FC-01A1-A9BA-F25C-1E2348BDC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C0311-D86B-DF7A-588D-D66CE705B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D7123-35BA-8E2E-3380-3ECED030B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AD107-90F6-E3DF-A859-A6A5E9DC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7C0F9C-E1CF-592A-2BD6-BBDA6144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5F8BB3-2B95-1639-FE48-356B61B6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1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4DF3-725C-36F9-0CDD-3EEFA717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21CCD-C1F4-7459-F2DE-DEA82CF5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29323-EE58-A7B5-1940-07AC9BE0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9FCDA-083D-912D-3D9F-1477851C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8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EA12B-D081-06FF-76BD-7552856B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0A755-7A4D-C154-84EF-58D6E1C1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78165-34C8-EA91-981A-30D6FF41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5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D5CF-554F-CC14-C780-03FA984B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CA49-BC30-7BE5-B910-8B8610B28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7AA61-F669-CC83-C196-BA5CE2940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B8007-4B5C-75AE-5ECD-5D6733C5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F381F-73EB-252B-516D-2C3DE6FC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44E8F-00BD-03D4-528D-23AE5144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749D-7F97-214E-1E97-1F85E603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B46E8-C312-2F99-3542-32D5A12A8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B4DA5-C237-B801-2185-B01F50357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E6EBE-099F-4118-A67F-DBFBEEA8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9C728-7F66-A869-D9A0-A3256F22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2DE1B-E56B-181F-390A-888FE3FA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0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6805-EB34-624C-DB53-E351D623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8622F-8B1A-0BFD-430D-BB713A060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4304B-4AC9-F4D8-6072-18F3600D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B2322-58B1-0E66-B573-20F9E482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DB0D-28F6-646C-219C-D99D2238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7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8525E-8B67-B64A-7361-1CDF37F5A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095C1-6C1D-7218-484B-B59E4A37F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67320-65BE-AC16-CE29-1861969C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51BB-043A-204D-D44C-4C7E3E7C0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BDE9D-5DAF-C9EB-4E27-0F350586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84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F1C9A-2E6D-F8E0-4766-78551901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6F7F1-4E6D-EEE4-A83E-C44B568E8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607E8-6AA8-4C12-154A-8FE907866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07218-A378-3744-B1F7-521919B159D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2E7C3-DB59-D3FA-5A9C-229CC1D4D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9805D-58CF-3967-83C9-F4EDC7566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D6B53-488D-F143-BC75-DC08A3C45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6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7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8186E-A1BF-54C7-C805-8A40E2C4301D}"/>
              </a:ext>
            </a:extLst>
          </p:cNvPr>
          <p:cNvSpPr txBox="1"/>
          <p:nvPr/>
        </p:nvSpPr>
        <p:spPr>
          <a:xfrm>
            <a:off x="761800" y="762001"/>
            <a:ext cx="5334197" cy="1708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Speed Breaker &amp; Pothole Detection Using Computer Vision</a:t>
            </a:r>
          </a:p>
        </p:txBody>
      </p:sp>
      <p:pic>
        <p:nvPicPr>
          <p:cNvPr id="1030" name="Picture 6" descr="Speed Breaker Identification Using Deep Learning Convolutional Neural  Network | SpringerLink">
            <a:extLst>
              <a:ext uri="{FF2B5EF4-FFF2-40B4-BE49-F238E27FC236}">
                <a16:creationId xmlns:a16="http://schemas.microsoft.com/office/drawing/2014/main" id="{049175E1-C4A8-FAA0-9C39-483BEB6DF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6321"/>
          <a:stretch>
            <a:fillRect/>
          </a:stretch>
        </p:blipFill>
        <p:spPr bwMode="auto">
          <a:xfrm>
            <a:off x="6857797" y="-10886"/>
            <a:ext cx="5334204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5" name="TextBox 4">
            <a:extLst>
              <a:ext uri="{FF2B5EF4-FFF2-40B4-BE49-F238E27FC236}">
                <a16:creationId xmlns:a16="http://schemas.microsoft.com/office/drawing/2014/main" id="{5F934CC1-432E-5D1A-76FB-450ADDBE9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4205545"/>
              </p:ext>
            </p:extLst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558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4E3AA-02DE-EEA5-A187-B4B3D827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D6A9A-8119-A41E-4B90-65269DE9CE55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739D1C6-D5A0-B7FA-3F06-B4C995B290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758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499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37310-2EEF-1EC8-A9E4-7F62A1B6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7334C-53C5-D9EF-32E7-F0B5B8FC8506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5F2AF34-D940-2184-FC97-220372F3CF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329877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293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11EE9-C3F8-F50D-1AED-5652DC43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DCE10B-1524-4170-89C4-A7311F810F74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51925904-B0A1-85E7-EA10-4513CC530B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2480829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7768D8-B3E2-ED11-F12A-0924A6F6D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42423"/>
              </p:ext>
            </p:extLst>
          </p:nvPr>
        </p:nvGraphicFramePr>
        <p:xfrm>
          <a:off x="1814286" y="2130270"/>
          <a:ext cx="9011030" cy="2494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5515">
                  <a:extLst>
                    <a:ext uri="{9D8B030D-6E8A-4147-A177-3AD203B41FA5}">
                      <a16:colId xmlns:a16="http://schemas.microsoft.com/office/drawing/2014/main" val="719167556"/>
                    </a:ext>
                  </a:extLst>
                </a:gridCol>
                <a:gridCol w="4505515">
                  <a:extLst>
                    <a:ext uri="{9D8B030D-6E8A-4147-A177-3AD203B41FA5}">
                      <a16:colId xmlns:a16="http://schemas.microsoft.com/office/drawing/2014/main" val="4229496258"/>
                    </a:ext>
                  </a:extLst>
                </a:gridCol>
              </a:tblGrid>
              <a:tr h="31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Challenge Category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Specific Issues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2784355"/>
                  </a:ext>
                </a:extLst>
              </a:tr>
              <a:tr h="532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Physical Variations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Varying sizes, shapes, non-standard construction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0981350"/>
                  </a:ext>
                </a:extLst>
              </a:tr>
              <a:tr h="31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Environmental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Rain, poor lighting, fog, varying weather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77240028"/>
                  </a:ext>
                </a:extLst>
              </a:tr>
              <a:tr h="532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Technical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Camera quality, sensor accuracy, computational limits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1375205"/>
                  </a:ext>
                </a:extLst>
              </a:tr>
              <a:tr h="532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Visual Noise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Redundant information, contamination in street images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6263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86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83312-5612-B179-3446-9C571BE5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AC59C-CAA8-335D-2253-DCBB50666CF5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504E1486-1D60-893D-44BE-F4005B0B4F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2666876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790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27CB8-86A1-43F6-9081-84C6B54A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160BB-B50B-339D-206C-4A2F9340A83A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4D622F5-E3DA-0032-9307-CEC6D4D122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8408273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A0EE2B-9B23-DEAE-F2C3-3EF605E18698}"/>
              </a:ext>
            </a:extLst>
          </p:cNvPr>
          <p:cNvSpPr txBox="1"/>
          <p:nvPr/>
        </p:nvSpPr>
        <p:spPr>
          <a:xfrm>
            <a:off x="1506748" y="5535737"/>
            <a:ext cx="9683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Insight:</a:t>
            </a:r>
            <a:r>
              <a:rPr lang="en-US" dirty="0"/>
              <a:t> Earlier research lacked robustness in challenging conditions (night, fog, rain)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B0FEF9-D03A-87C6-C9E9-7D7DD4FC5EE4}"/>
              </a:ext>
            </a:extLst>
          </p:cNvPr>
          <p:cNvSpPr/>
          <p:nvPr/>
        </p:nvSpPr>
        <p:spPr>
          <a:xfrm>
            <a:off x="1379311" y="2129387"/>
            <a:ext cx="2802684" cy="6751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Pre-2010: Sensor Based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410ADB-1B93-18FD-F69D-A81147E21A7B}"/>
              </a:ext>
            </a:extLst>
          </p:cNvPr>
          <p:cNvSpPr/>
          <p:nvPr/>
        </p:nvSpPr>
        <p:spPr>
          <a:xfrm>
            <a:off x="4882967" y="2129387"/>
            <a:ext cx="2802684" cy="6751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2010-2015: Image Preprocessing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E38694A-E0BB-DD72-B091-D96B06D6965E}"/>
              </a:ext>
            </a:extLst>
          </p:cNvPr>
          <p:cNvSpPr/>
          <p:nvPr/>
        </p:nvSpPr>
        <p:spPr>
          <a:xfrm>
            <a:off x="8386624" y="2129387"/>
            <a:ext cx="2803890" cy="6751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2015+: Deep Learning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A63A2F-88F0-4422-DCED-BA3AE5A9DA3E}"/>
              </a:ext>
            </a:extLst>
          </p:cNvPr>
          <p:cNvCxnSpPr>
            <a:cxnSpLocks/>
            <a:stCxn id="10" idx="2"/>
            <a:endCxn id="28" idx="0"/>
          </p:cNvCxnSpPr>
          <p:nvPr/>
        </p:nvCxnSpPr>
        <p:spPr>
          <a:xfrm flipH="1">
            <a:off x="2780050" y="2804513"/>
            <a:ext cx="603" cy="534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5550D9-9A2A-9753-4141-704A17851CA0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6284309" y="2804513"/>
            <a:ext cx="0" cy="534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B23C49-5D25-E1B8-252A-7336C7BEA073}"/>
              </a:ext>
            </a:extLst>
          </p:cNvPr>
          <p:cNvCxnSpPr>
            <a:cxnSpLocks/>
            <a:stCxn id="13" idx="2"/>
            <a:endCxn id="35" idx="0"/>
          </p:cNvCxnSpPr>
          <p:nvPr/>
        </p:nvCxnSpPr>
        <p:spPr>
          <a:xfrm>
            <a:off x="9788569" y="2804513"/>
            <a:ext cx="0" cy="515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819A6F-1C2E-2DBF-2F91-F58074D54600}"/>
              </a:ext>
            </a:extLst>
          </p:cNvPr>
          <p:cNvSpPr/>
          <p:nvPr/>
        </p:nvSpPr>
        <p:spPr>
          <a:xfrm>
            <a:off x="1619117" y="3338606"/>
            <a:ext cx="2321866" cy="1591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Accelerometers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Threshold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False Positives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88E90D-DD8B-6EA7-D697-725D526787BF}"/>
              </a:ext>
            </a:extLst>
          </p:cNvPr>
          <p:cNvSpPr/>
          <p:nvPr/>
        </p:nvSpPr>
        <p:spPr>
          <a:xfrm>
            <a:off x="5123376" y="3338606"/>
            <a:ext cx="2321866" cy="1591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Gaussian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Edge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Features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877F888-3C52-9D76-C48B-B3BEB60A685E}"/>
              </a:ext>
            </a:extLst>
          </p:cNvPr>
          <p:cNvSpPr/>
          <p:nvPr/>
        </p:nvSpPr>
        <p:spPr>
          <a:xfrm>
            <a:off x="8627636" y="3319656"/>
            <a:ext cx="2321866" cy="1591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CNN, YOLO, RNN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GPS Integration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AE86A9B-E3D0-499B-137C-5CB0920E07B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181995" y="2466950"/>
            <a:ext cx="7009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734974F-8E89-1E36-753E-789F40881D6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7685651" y="2466950"/>
            <a:ext cx="700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59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4238A-1544-B79E-65D2-80B0BA77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5B31F-1774-12D2-85DE-A9E37B6FE929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2514F94-8E12-323E-D452-52D7F09FED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873581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45C7E4-158B-01A9-6DF7-9E6D03404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06972"/>
              </p:ext>
            </p:extLst>
          </p:nvPr>
        </p:nvGraphicFramePr>
        <p:xfrm>
          <a:off x="1652054" y="1761203"/>
          <a:ext cx="8128000" cy="284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191675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94962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268055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16650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Approach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Authors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Method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Limitation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278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Sensor-Based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Mohan et al., 2008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Accelerometer thresholds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High false positives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0981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Image Processing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Devapriya et al., 2016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Gaussian + median filtering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Limited robustness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724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Deep Learning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Asad et al., 2022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YOLOv4, YOLOv5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Up to 95% accuracy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137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CNN Classification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Shah &amp; Deshmukh, 2019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ResNet-50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88.9% true positive rate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6263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98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85BA0E-8459-B873-DAC2-426C68402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94037C-2EFF-D9A5-831E-5ABF25BBF0DF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E196BBAA-ED9F-B27C-C18F-90446828A9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7357621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A80587-08E4-DA7E-5F41-6D5D8554EEE9}"/>
              </a:ext>
            </a:extLst>
          </p:cNvPr>
          <p:cNvSpPr txBox="1"/>
          <p:nvPr/>
        </p:nvSpPr>
        <p:spPr>
          <a:xfrm>
            <a:off x="-73152" y="201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759DAC-A45B-1AE3-C408-D1463C33E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468" y="1582370"/>
            <a:ext cx="10269372" cy="41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4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592EF-95FA-A2DE-DBDD-A7B2F92B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54520-65C1-D531-EED5-C7E116891F98}"/>
              </a:ext>
            </a:extLst>
          </p:cNvPr>
          <p:cNvSpPr txBox="1"/>
          <p:nvPr/>
        </p:nvSpPr>
        <p:spPr>
          <a:xfrm>
            <a:off x="-73152" y="201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41540F-8AAC-32AF-0223-A4976EADD1AD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34B0784F-E047-73CD-0A26-3A6725271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2650865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76B138E-9F9A-E534-F045-291BA609A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153" y="1620971"/>
            <a:ext cx="10345064" cy="445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2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D9C0B-4EEA-24AD-5287-25A3BA2D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8121A-816F-5ACC-1975-355D9E9026CF}"/>
              </a:ext>
            </a:extLst>
          </p:cNvPr>
          <p:cNvSpPr txBox="1"/>
          <p:nvPr/>
        </p:nvSpPr>
        <p:spPr>
          <a:xfrm>
            <a:off x="-73152" y="201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4A8CC4-648C-533F-5954-91B1FF52EAEF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D4615D37-59EC-952C-1940-92BB7E39DE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143236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A1EA91-E006-9BCF-CC09-E74AFA1B0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24362"/>
              </p:ext>
            </p:extLst>
          </p:nvPr>
        </p:nvGraphicFramePr>
        <p:xfrm>
          <a:off x="1723103" y="2034186"/>
          <a:ext cx="8497527" cy="2721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509">
                  <a:extLst>
                    <a:ext uri="{9D8B030D-6E8A-4147-A177-3AD203B41FA5}">
                      <a16:colId xmlns:a16="http://schemas.microsoft.com/office/drawing/2014/main" val="1655828532"/>
                    </a:ext>
                  </a:extLst>
                </a:gridCol>
                <a:gridCol w="2832509">
                  <a:extLst>
                    <a:ext uri="{9D8B030D-6E8A-4147-A177-3AD203B41FA5}">
                      <a16:colId xmlns:a16="http://schemas.microsoft.com/office/drawing/2014/main" val="721606089"/>
                    </a:ext>
                  </a:extLst>
                </a:gridCol>
                <a:gridCol w="2832509">
                  <a:extLst>
                    <a:ext uri="{9D8B030D-6E8A-4147-A177-3AD203B41FA5}">
                      <a16:colId xmlns:a16="http://schemas.microsoft.com/office/drawing/2014/main" val="3691350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Category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Original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Post-Augmentation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777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Potholes - Daytime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1,073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15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Potholes - Nighttime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474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Speed Breakers - Daytime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283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091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Speed Breakers - Nighttime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525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1446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9643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81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35716-BC40-8A77-AB7F-074E7B80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701ED6-D18F-4126-694F-B56FFDEC0421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95FD4799-B8B4-D7AB-8693-976E03DE24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194625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3512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375C4-7039-0759-1435-F5581E15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433C8-9921-245C-CD2D-1B8619450ED4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587DC62-E793-B9F9-5152-70CDBB5512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9093488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543364-BD79-D090-FB45-DA00031A8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052356"/>
              </p:ext>
            </p:extLst>
          </p:nvPr>
        </p:nvGraphicFramePr>
        <p:xfrm>
          <a:off x="1825752" y="2069607"/>
          <a:ext cx="5665018" cy="210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509">
                  <a:extLst>
                    <a:ext uri="{9D8B030D-6E8A-4147-A177-3AD203B41FA5}">
                      <a16:colId xmlns:a16="http://schemas.microsoft.com/office/drawing/2014/main" val="632220309"/>
                    </a:ext>
                  </a:extLst>
                </a:gridCol>
                <a:gridCol w="2832509">
                  <a:extLst>
                    <a:ext uri="{9D8B030D-6E8A-4147-A177-3AD203B41FA5}">
                      <a16:colId xmlns:a16="http://schemas.microsoft.com/office/drawing/2014/main" val="3768738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Transform Type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Operations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5706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Photometric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Brightness/contrast shifts, color adjustments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87490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Noise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Gentle Gaussian noise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193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Blur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Motion blur simulation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038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Enhancement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Sharpening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4407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03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3A94F-91CC-2B36-497B-7E9DAAF0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389B7-CE9E-B4C4-E517-700B64984F67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C701CE02-BC4D-9A82-FB8C-014F358CA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913789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6975C4-90F4-366C-1969-D3C85A34F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114878"/>
              </p:ext>
            </p:extLst>
          </p:nvPr>
        </p:nvGraphicFramePr>
        <p:xfrm>
          <a:off x="1723103" y="2034186"/>
          <a:ext cx="8497527" cy="2533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509">
                  <a:extLst>
                    <a:ext uri="{9D8B030D-6E8A-4147-A177-3AD203B41FA5}">
                      <a16:colId xmlns:a16="http://schemas.microsoft.com/office/drawing/2014/main" val="1655828532"/>
                    </a:ext>
                  </a:extLst>
                </a:gridCol>
                <a:gridCol w="2832509">
                  <a:extLst>
                    <a:ext uri="{9D8B030D-6E8A-4147-A177-3AD203B41FA5}">
                      <a16:colId xmlns:a16="http://schemas.microsoft.com/office/drawing/2014/main" val="721606089"/>
                    </a:ext>
                  </a:extLst>
                </a:gridCol>
                <a:gridCol w="2832509">
                  <a:extLst>
                    <a:ext uri="{9D8B030D-6E8A-4147-A177-3AD203B41FA5}">
                      <a16:colId xmlns:a16="http://schemas.microsoft.com/office/drawing/2014/main" val="3691350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Characteristics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77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YOLOv8/v10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One-stage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Single-pass prediction, real-time capable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15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Faster R-CNN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Two-stage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Region proposals → classification, higher accuracy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474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SSD300-VGG16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One-stage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Multi-scale feature maps, balanced speed/accuracy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091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00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BAC9A-A916-803D-6BF9-BED6B0C3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9E408-A786-701C-0E8F-9422425EE9BC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D7ACF585-F34B-4425-A4C0-CB4BB14AE0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22807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3E312A-F9B4-CAEA-BF33-3E70ECC3A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448919"/>
              </p:ext>
            </p:extLst>
          </p:nvPr>
        </p:nvGraphicFramePr>
        <p:xfrm>
          <a:off x="1723102" y="2034186"/>
          <a:ext cx="9286272" cy="235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712">
                  <a:extLst>
                    <a:ext uri="{9D8B030D-6E8A-4147-A177-3AD203B41FA5}">
                      <a16:colId xmlns:a16="http://schemas.microsoft.com/office/drawing/2014/main" val="1655828532"/>
                    </a:ext>
                  </a:extLst>
                </a:gridCol>
                <a:gridCol w="1547712">
                  <a:extLst>
                    <a:ext uri="{9D8B030D-6E8A-4147-A177-3AD203B41FA5}">
                      <a16:colId xmlns:a16="http://schemas.microsoft.com/office/drawing/2014/main" val="1278775800"/>
                    </a:ext>
                  </a:extLst>
                </a:gridCol>
                <a:gridCol w="1547712">
                  <a:extLst>
                    <a:ext uri="{9D8B030D-6E8A-4147-A177-3AD203B41FA5}">
                      <a16:colId xmlns:a16="http://schemas.microsoft.com/office/drawing/2014/main" val="322252387"/>
                    </a:ext>
                  </a:extLst>
                </a:gridCol>
                <a:gridCol w="1547712">
                  <a:extLst>
                    <a:ext uri="{9D8B030D-6E8A-4147-A177-3AD203B41FA5}">
                      <a16:colId xmlns:a16="http://schemas.microsoft.com/office/drawing/2014/main" val="2870722448"/>
                    </a:ext>
                  </a:extLst>
                </a:gridCol>
                <a:gridCol w="1547712">
                  <a:extLst>
                    <a:ext uri="{9D8B030D-6E8A-4147-A177-3AD203B41FA5}">
                      <a16:colId xmlns:a16="http://schemas.microsoft.com/office/drawing/2014/main" val="721606089"/>
                    </a:ext>
                  </a:extLst>
                </a:gridCol>
                <a:gridCol w="1547712">
                  <a:extLst>
                    <a:ext uri="{9D8B030D-6E8A-4147-A177-3AD203B41FA5}">
                      <a16:colId xmlns:a16="http://schemas.microsoft.com/office/drawing/2014/main" val="3691350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mAP@0.5:0.95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Precision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Recall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Time (min)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77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YOLOv8m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15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YOLOv10m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474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Faster R-CNN (MBv3-FPN)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091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SSD300-VGG16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571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39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1C0CE-8FC1-3CDF-F376-567B19CF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F01168-EE0A-A78C-BC5A-67CAEDB10B51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9538BE19-C046-C773-93EE-32DE1FBDE8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3762935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159896-8755-4B13-4066-AB83E0355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990056"/>
              </p:ext>
            </p:extLst>
          </p:nvPr>
        </p:nvGraphicFramePr>
        <p:xfrm>
          <a:off x="1696920" y="2319455"/>
          <a:ext cx="9286270" cy="2228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6610">
                  <a:extLst>
                    <a:ext uri="{9D8B030D-6E8A-4147-A177-3AD203B41FA5}">
                      <a16:colId xmlns:a16="http://schemas.microsoft.com/office/drawing/2014/main" val="1655828532"/>
                    </a:ext>
                  </a:extLst>
                </a:gridCol>
                <a:gridCol w="1326610">
                  <a:extLst>
                    <a:ext uri="{9D8B030D-6E8A-4147-A177-3AD203B41FA5}">
                      <a16:colId xmlns:a16="http://schemas.microsoft.com/office/drawing/2014/main" val="1278775800"/>
                    </a:ext>
                  </a:extLst>
                </a:gridCol>
                <a:gridCol w="1326610">
                  <a:extLst>
                    <a:ext uri="{9D8B030D-6E8A-4147-A177-3AD203B41FA5}">
                      <a16:colId xmlns:a16="http://schemas.microsoft.com/office/drawing/2014/main" val="322252387"/>
                    </a:ext>
                  </a:extLst>
                </a:gridCol>
                <a:gridCol w="1326610">
                  <a:extLst>
                    <a:ext uri="{9D8B030D-6E8A-4147-A177-3AD203B41FA5}">
                      <a16:colId xmlns:a16="http://schemas.microsoft.com/office/drawing/2014/main" val="2870722448"/>
                    </a:ext>
                  </a:extLst>
                </a:gridCol>
                <a:gridCol w="1326610">
                  <a:extLst>
                    <a:ext uri="{9D8B030D-6E8A-4147-A177-3AD203B41FA5}">
                      <a16:colId xmlns:a16="http://schemas.microsoft.com/office/drawing/2014/main" val="721606089"/>
                    </a:ext>
                  </a:extLst>
                </a:gridCol>
                <a:gridCol w="1326610">
                  <a:extLst>
                    <a:ext uri="{9D8B030D-6E8A-4147-A177-3AD203B41FA5}">
                      <a16:colId xmlns:a16="http://schemas.microsoft.com/office/drawing/2014/main" val="3691350857"/>
                    </a:ext>
                  </a:extLst>
                </a:gridCol>
                <a:gridCol w="1326610">
                  <a:extLst>
                    <a:ext uri="{9D8B030D-6E8A-4147-A177-3AD203B41FA5}">
                      <a16:colId xmlns:a16="http://schemas.microsoft.com/office/drawing/2014/main" val="3002949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Config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Batch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Weight Decay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Optimizer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Scheduler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Conf Thresh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777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Conservative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ReduceLROnPlateau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15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Balanced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CosineAnnealingLR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474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Aggressive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StepLR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091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10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135BF-7987-74E3-4A4D-32AD6CFD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DD742-3295-4FE4-E7E8-36AB7D7434AB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0D8B519-5728-DD54-F1D1-116C4D2CC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901713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FF76F4-D839-9691-EF34-4D8D63639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74662"/>
              </p:ext>
            </p:extLst>
          </p:nvPr>
        </p:nvGraphicFramePr>
        <p:xfrm>
          <a:off x="1696920" y="2319455"/>
          <a:ext cx="83249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226">
                  <a:extLst>
                    <a:ext uri="{9D8B030D-6E8A-4147-A177-3AD203B41FA5}">
                      <a16:colId xmlns:a16="http://schemas.microsoft.com/office/drawing/2014/main" val="1655828532"/>
                    </a:ext>
                  </a:extLst>
                </a:gridCol>
                <a:gridCol w="2081226">
                  <a:extLst>
                    <a:ext uri="{9D8B030D-6E8A-4147-A177-3AD203B41FA5}">
                      <a16:colId xmlns:a16="http://schemas.microsoft.com/office/drawing/2014/main" val="1278775800"/>
                    </a:ext>
                  </a:extLst>
                </a:gridCol>
                <a:gridCol w="2081226">
                  <a:extLst>
                    <a:ext uri="{9D8B030D-6E8A-4147-A177-3AD203B41FA5}">
                      <a16:colId xmlns:a16="http://schemas.microsoft.com/office/drawing/2014/main" val="322252387"/>
                    </a:ext>
                  </a:extLst>
                </a:gridCol>
                <a:gridCol w="2081226">
                  <a:extLst>
                    <a:ext uri="{9D8B030D-6E8A-4147-A177-3AD203B41FA5}">
                      <a16:colId xmlns:a16="http://schemas.microsoft.com/office/drawing/2014/main" val="2870722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mAP@0.5:0.95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 vs Baseline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777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(Exp 1)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08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Conservative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+0.336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157.4 min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15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Balanced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+0.000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41.7 min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474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Aggressive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+0.000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36.2 min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091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331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B5911-8BA9-45C7-588B-965AB262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10EE7-0210-F873-F464-3E040A787F6E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DF60F011-B2B4-A42E-EDF6-50EBA8AF2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01378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A6BE1-B9D2-538E-4C12-76EE025D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00456"/>
              </p:ext>
            </p:extLst>
          </p:nvPr>
        </p:nvGraphicFramePr>
        <p:xfrm>
          <a:off x="1696920" y="2319455"/>
          <a:ext cx="83249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226">
                  <a:extLst>
                    <a:ext uri="{9D8B030D-6E8A-4147-A177-3AD203B41FA5}">
                      <a16:colId xmlns:a16="http://schemas.microsoft.com/office/drawing/2014/main" val="1655828532"/>
                    </a:ext>
                  </a:extLst>
                </a:gridCol>
                <a:gridCol w="2081226">
                  <a:extLst>
                    <a:ext uri="{9D8B030D-6E8A-4147-A177-3AD203B41FA5}">
                      <a16:colId xmlns:a16="http://schemas.microsoft.com/office/drawing/2014/main" val="1278775800"/>
                    </a:ext>
                  </a:extLst>
                </a:gridCol>
                <a:gridCol w="2081226">
                  <a:extLst>
                    <a:ext uri="{9D8B030D-6E8A-4147-A177-3AD203B41FA5}">
                      <a16:colId xmlns:a16="http://schemas.microsoft.com/office/drawing/2014/main" val="322252387"/>
                    </a:ext>
                  </a:extLst>
                </a:gridCol>
                <a:gridCol w="2081226">
                  <a:extLst>
                    <a:ext uri="{9D8B030D-6E8A-4147-A177-3AD203B41FA5}">
                      <a16:colId xmlns:a16="http://schemas.microsoft.com/office/drawing/2014/main" val="2870722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Tuned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777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mAP@0.5:0.95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+53%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08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+23%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15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0.929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0.932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~stable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474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0.863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0.962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+11%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091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293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DDFA6-342D-7382-B61E-5E7F51E1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38A94-45F0-5C1B-B592-F7F0CA0E5E74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3A7DE3C-AF5B-E3BA-D570-A2E0A276BE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2946486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412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7FDC1-7B67-265C-4BAD-9EDC3F04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859EB-D8B0-3B6B-17DB-DA58944F9EFF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F88E74E-2914-3706-AC84-8D7FB4C349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838690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396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7AB11-8428-D1EF-C707-82440B03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CEDA3-D6E6-D580-236A-F76630F6FB28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8D97368-05B6-D6E9-C3AE-2622D6EDE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167679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738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62826-7420-46E9-2460-10E5C4D4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3580B-A61C-5EB4-A666-CC1C77FED829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DCC2223A-4ED9-1446-30A4-5CBB39A22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6057973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7783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173A8-9427-AE78-A3BA-89BE77A9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0F5ECE-7D61-D0A8-C65E-E13622D9C2C5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F902B02-5195-C738-0441-9FA11FCC0A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450474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304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79146-8A57-C8C1-41E9-B44279E6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B7CFCA-29A2-0109-9174-28F329F5BD3C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Presentation Walks Through Our Complete Detection Pipeline</a:t>
            </a:r>
            <a:endParaRPr lang="en-US" sz="3100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15DB4F12-299F-2C60-76B3-3613ECBBBB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9801956"/>
              </p:ext>
            </p:extLst>
          </p:nvPr>
        </p:nvGraphicFramePr>
        <p:xfrm>
          <a:off x="1001486" y="750440"/>
          <a:ext cx="10570399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02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10961</TotalTime>
  <Words>1325</Words>
  <Application>Microsoft Macintosh PowerPoint</Application>
  <PresentationFormat>Widescreen</PresentationFormat>
  <Paragraphs>331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Aptos Narrow</vt:lpstr>
      <vt:lpstr>Arial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</dc:creator>
  <cp:lastModifiedBy>Ayush Kumar</cp:lastModifiedBy>
  <cp:revision>3</cp:revision>
  <dcterms:created xsi:type="dcterms:W3CDTF">2025-11-30T16:50:32Z</dcterms:created>
  <dcterms:modified xsi:type="dcterms:W3CDTF">2026-01-11T15:04:58Z</dcterms:modified>
</cp:coreProperties>
</file>